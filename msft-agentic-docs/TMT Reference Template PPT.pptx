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7" r:id="rId5"/>
    <p:sldMasterId id="2147483689" r:id="rId6"/>
    <p:sldMasterId id="2147483706" r:id="rId7"/>
  </p:sldMasterIdLst>
  <p:notesMasterIdLst>
    <p:notesMasterId r:id="rId20"/>
  </p:notesMasterIdLst>
  <p:sldIdLst>
    <p:sldId id="2076138956" r:id="rId8"/>
    <p:sldId id="2147483051" r:id="rId9"/>
    <p:sldId id="2147483039" r:id="rId10"/>
    <p:sldId id="2147483024" r:id="rId11"/>
    <p:sldId id="2147483029" r:id="rId12"/>
    <p:sldId id="2147483030" r:id="rId13"/>
    <p:sldId id="2147482951" r:id="rId14"/>
    <p:sldId id="2147482761" r:id="rId15"/>
    <p:sldId id="2147483045" r:id="rId16"/>
    <p:sldId id="2147483004" r:id="rId17"/>
    <p:sldId id="2147483042" r:id="rId18"/>
    <p:sldId id="21474789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1AD923-D23F-42C2-98BE-A2082F321402}">
          <p14:sldIdLst>
            <p14:sldId id="2076138956"/>
            <p14:sldId id="2147483051"/>
            <p14:sldId id="2147483039"/>
            <p14:sldId id="2147483024"/>
            <p14:sldId id="2147483029"/>
            <p14:sldId id="2147483030"/>
            <p14:sldId id="2147482951"/>
            <p14:sldId id="2147482761"/>
            <p14:sldId id="2147483045"/>
            <p14:sldId id="2147483004"/>
            <p14:sldId id="2147483042"/>
            <p14:sldId id="21474789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506BD3-6566-AA65-2E7E-DA9725367199}" name="James Louis Correia" initials="JC" userId="S::james.correia@zensar.com::28eec0a0-f3a0-4c51-a2de-a2f1c7acfe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05D"/>
    <a:srgbClr val="0A1D59"/>
    <a:srgbClr val="FCFAFE"/>
    <a:srgbClr val="D3A7FF"/>
    <a:srgbClr val="857D93"/>
    <a:srgbClr val="A5A5A5"/>
    <a:srgbClr val="CDBDE9"/>
    <a:srgbClr val="D6CBEC"/>
    <a:srgbClr val="DCD1EF"/>
    <a:srgbClr val="395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1F26F-E513-4680-85E2-341CFA3050BE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259C5-A205-46C7-ACDA-CF3C25E0E9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047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259C5-A205-46C7-ACDA-CF3C25E0E94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664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4F53-1AF0-CA1D-4E4E-356E2FBBF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5798C-24C6-83FC-9B9D-C94837E96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30E46-4229-1A41-64E0-DF86C8D82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F8D01-0555-2BF9-47EC-7566339F9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42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03B4-F727-839E-C498-ECE3C515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B1573-953D-941F-B421-CB4912B93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149B7-3454-F831-B84C-9A520511C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300"/>
              </a:spcBef>
              <a:defRPr/>
            </a:pPr>
            <a:endParaRPr lang="en-US" sz="14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7A792-7B6C-0139-F8F3-B9F5B1CBE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5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00255-D763-793F-E5B8-A3008E237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E6CCD-D097-00C7-4731-9BD2E56EC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B1893-A48A-1A86-1ADE-DB2C28D92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D149E-9981-01BB-05BC-15B302378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711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ECA1-A283-5162-382D-FED1D5B9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8E85D-4C71-F5B1-D0DF-EA28672B3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A9C94-802A-617C-7796-FCFA5C100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80EB-B8EC-C116-C92B-D42C46943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842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7F90-4351-13F8-1B41-AE9BF85C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75019-C66F-0489-AB97-DB76633FE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B1FC1-BA6A-14FC-89EE-55344986E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983D6-159A-9730-51AA-73D6C8C6D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906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7DC1-FBDE-0ACF-C1D8-D6723284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D16BC-2BFB-630A-8F5F-5A05465CC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62C65-9B10-80BA-B43D-54CAEB2D7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>
              <a:defRPr/>
            </a:pPr>
            <a:endParaRPr lang="en-US" dirty="0">
              <a:solidFill>
                <a:srgbClr val="000000"/>
              </a:solidFill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164D1-4874-D23C-F834-6D286C70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838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F681-B31F-27D0-D26B-20497373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DFDA4-5561-18C0-A02C-4D452A3CD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F2166-4496-38CD-942E-AE9EC9611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56A17-0CBE-11BB-1265-ABB5DBA3C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793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2A5A-0908-CA5E-490C-ACBCDA42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62381-A114-BC95-E659-A3D9A33F1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40D8B-16E3-1DD0-5F6F-DA088C51F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703D8-24C5-F007-D405-7025E7AD5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271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BBCC-3876-90C4-29F6-17BA9F8D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84827-BC5C-0F86-C12C-57531333D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CFA56-AC77-02CD-159F-E6B540A58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21E89-D2AD-BBE8-F0F4-028580F14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D9D2C-8B96-4307-B0D4-F2B3EBB152F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893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952E85-B0DE-4145-809F-91B8A29C03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301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zensar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zensar.com/" TargetMode="External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3">
            <a:extLst>
              <a:ext uri="{FF2B5EF4-FFF2-40B4-BE49-F238E27FC236}">
                <a16:creationId xmlns:a16="http://schemas.microsoft.com/office/drawing/2014/main" id="{6C483FD3-F855-4523-88C2-D1742C5A163F}"/>
              </a:ext>
            </a:extLst>
          </p:cNvPr>
          <p:cNvSpPr/>
          <p:nvPr userDrawn="1"/>
        </p:nvSpPr>
        <p:spPr>
          <a:xfrm rot="16200000">
            <a:off x="-317306" y="100213"/>
            <a:ext cx="853205" cy="853205"/>
          </a:xfrm>
          <a:prstGeom prst="pie">
            <a:avLst>
              <a:gd name="adj1" fmla="val 0"/>
              <a:gd name="adj2" fmla="val 5388049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49" y="158734"/>
            <a:ext cx="9413875" cy="32844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FBC954D3-B7B5-BCC4-84CE-24C0ADCB94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582" y="246182"/>
            <a:ext cx="1535133" cy="2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9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49" y="158734"/>
            <a:ext cx="9413875" cy="32844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237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 descr="Logo&#10;&#10;Description automatically generated">
            <a:extLst>
              <a:ext uri="{FF2B5EF4-FFF2-40B4-BE49-F238E27FC236}">
                <a16:creationId xmlns:a16="http://schemas.microsoft.com/office/drawing/2014/main" id="{30469C4B-3813-4420-99CD-589DD256A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78783" y="79023"/>
            <a:ext cx="2024008" cy="502376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2A2FDDE1-E02C-467A-B89D-D395A352C10B}"/>
              </a:ext>
            </a:extLst>
          </p:cNvPr>
          <p:cNvGrpSpPr/>
          <p:nvPr userDrawn="1"/>
        </p:nvGrpSpPr>
        <p:grpSpPr>
          <a:xfrm>
            <a:off x="-1" y="0"/>
            <a:ext cx="423324" cy="846710"/>
            <a:chOff x="8606495" y="2403653"/>
            <a:chExt cx="1363005" cy="2726008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CA13DB6-382C-4ECA-B983-F2E2A9373526}"/>
                </a:ext>
              </a:extLst>
            </p:cNvPr>
            <p:cNvSpPr/>
            <p:nvPr/>
          </p:nvSpPr>
          <p:spPr>
            <a:xfrm flipV="1">
              <a:off x="8606495" y="3766657"/>
              <a:ext cx="1363004" cy="1363004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FF4B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5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8DE68A8-7C4E-486B-9625-EAE611BDCA6B}"/>
                </a:ext>
              </a:extLst>
            </p:cNvPr>
            <p:cNvSpPr/>
            <p:nvPr/>
          </p:nvSpPr>
          <p:spPr>
            <a:xfrm>
              <a:off x="8606497" y="2403653"/>
              <a:ext cx="1363003" cy="1363003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5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7C50AB8C-53C6-4C03-BBC1-81B903C19B02}"/>
              </a:ext>
            </a:extLst>
          </p:cNvPr>
          <p:cNvSpPr/>
          <p:nvPr userDrawn="1"/>
        </p:nvSpPr>
        <p:spPr>
          <a:xfrm flipH="1">
            <a:off x="-701" y="6616101"/>
            <a:ext cx="12200864" cy="255907"/>
          </a:xfrm>
          <a:prstGeom prst="rect">
            <a:avLst/>
          </a:prstGeom>
          <a:solidFill>
            <a:srgbClr val="100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75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F60F7F-6D6F-432E-B7F3-4838F30A9147}"/>
              </a:ext>
            </a:extLst>
          </p:cNvPr>
          <p:cNvSpPr txBox="1"/>
          <p:nvPr userDrawn="1"/>
        </p:nvSpPr>
        <p:spPr>
          <a:xfrm>
            <a:off x="4090394" y="6606755"/>
            <a:ext cx="4746756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9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       | © 	          Technologies, 2024 | Confidential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48AA13-5C42-454A-8130-A4B2CE545B32}"/>
              </a:ext>
            </a:extLst>
          </p:cNvPr>
          <p:cNvSpPr txBox="1"/>
          <p:nvPr userDrawn="1"/>
        </p:nvSpPr>
        <p:spPr>
          <a:xfrm>
            <a:off x="4281830" y="6613972"/>
            <a:ext cx="508681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29F8205-80F1-5D44-A5C3-F789B26C029A}" type="slidenum">
              <a:rPr lang="en-US" sz="1094" b="0" i="0" kern="0" spc="3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94" b="0" i="0" kern="0" spc="3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4656B864-0785-41C1-9FE5-37FAA6910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43" t="23785" r="16733" b="38772"/>
          <a:stretch/>
        </p:blipFill>
        <p:spPr>
          <a:xfrm>
            <a:off x="4981948" y="6682444"/>
            <a:ext cx="508682" cy="10692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334D4B-730D-4C82-94AD-DC2B671D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06" y="103869"/>
            <a:ext cx="9572898" cy="444772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189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at a table looking at a person in a suit standing in front of&#10;&#10;Description automatically generated with low confidence">
            <a:extLst>
              <a:ext uri="{FF2B5EF4-FFF2-40B4-BE49-F238E27FC236}">
                <a16:creationId xmlns:a16="http://schemas.microsoft.com/office/drawing/2014/main" id="{1FA6D14C-75DF-4CE8-A421-F4161A1530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26337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4000499"/>
            <a:ext cx="12192000" cy="2857501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152CB6-DEEF-471D-8567-EB09FCD5BD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524" y="4548822"/>
            <a:ext cx="7407275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section title here</a:t>
            </a:r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8C1A9-F890-4FDF-A982-CCFBC8E424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7524" y="5680392"/>
            <a:ext cx="5015529" cy="731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section subtitle here – this can be a short description</a:t>
            </a:r>
          </a:p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61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Layou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1"/>
            <a:ext cx="11222736" cy="828040"/>
          </a:xfr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D489D4-C1E0-469D-BC22-76FB30AF3558}"/>
              </a:ext>
            </a:extLst>
          </p:cNvPr>
          <p:cNvCxnSpPr>
            <a:cxnSpLocks/>
          </p:cNvCxnSpPr>
          <p:nvPr userDrawn="1"/>
        </p:nvCxnSpPr>
        <p:spPr>
          <a:xfrm>
            <a:off x="10137424" y="6213923"/>
            <a:ext cx="0" cy="42825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B12B50D6-B1EF-4321-B5E1-AFF26C446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516" y="6260551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1000"/>
            </a:lvl2pPr>
            <a:lvl3pPr marL="0" indent="0">
              <a:defRPr sz="1000"/>
            </a:lvl3pPr>
            <a:lvl4pPr marL="0" indent="0">
              <a:defRPr sz="1000"/>
            </a:lvl4pPr>
            <a:lvl5pPr marL="0" indent="0">
              <a:defRPr sz="1000"/>
            </a:lvl5pPr>
            <a:lvl6pPr marL="0" indent="0">
              <a:defRPr sz="1000"/>
            </a:lvl6pPr>
            <a:lvl7pPr marL="0" indent="0">
              <a:defRPr sz="1000"/>
            </a:lvl7pPr>
            <a:lvl8pPr marL="0" indent="0">
              <a:defRPr sz="1000"/>
            </a:lvl8pPr>
            <a:lvl9pPr marL="0" indent="0">
              <a:defRPr sz="1000"/>
            </a:lvl9pPr>
          </a:lstStyle>
          <a:p>
            <a:r>
              <a:rPr lang="en-US"/>
              <a:t>© 2021 Cognizant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EA21A135-E8CB-47BF-AE97-0F8E4C506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467" y="6346055"/>
            <a:ext cx="304800" cy="164148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1067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0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5911" y="215885"/>
            <a:ext cx="9413875" cy="32844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399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93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86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79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72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305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10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E8E2-6DFF-DA32-2335-9F0F4B06E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36E0C-B599-5120-8A65-4D4406D56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A8FA5-2B10-39C6-B895-3FCF94A9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4924-746A-4C8D-A459-7CE9A69E411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968E-B264-C0EA-3427-744501F5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EAECB-B1E9-AAAE-7CA6-59C40BDC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A8577-F944-40A5-84D1-9DC86DC1B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6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641B-FA68-8216-EFAF-B0D06ED7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3F82-D889-03A5-4975-8555322DD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0868-0FA0-8C6A-C037-FE739261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4924-746A-4C8D-A459-7CE9A69E411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30AD1-1158-AC54-B238-7113BB8C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E1884-ABF7-866F-7DB6-0E53104B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A8577-F944-40A5-84D1-9DC86DC1B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1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_Title and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E1D1E85-CECD-284C-AFEF-D806B12A90E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354277" y="6323876"/>
            <a:ext cx="297921" cy="2060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800" kern="1200" spc="27" baseline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pPr algn="l" defTabSz="814305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kern="1200" spc="27" baseline="0">
              <a:solidFill>
                <a:schemeClr val="bg2">
                  <a:lumMod val="6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</p:spTree>
    <p:extLst>
      <p:ext uri="{BB962C8B-B14F-4D97-AF65-F5344CB8AC3E}">
        <p14:creationId xmlns:p14="http://schemas.microsoft.com/office/powerpoint/2010/main" val="1800648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D16F-C741-0B31-275D-160DBB28D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9300-B3B5-DEF0-1EBB-0D67FE428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73844-9EFF-44C6-9D63-93C633A78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6E95B-5B94-4327-2390-B30910AB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17163-71DD-4DC4-BB0F-53034C37D7BB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F9866-2A25-6D21-4681-0B60258A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A1CB8-4896-62A8-C59D-69BC6B11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70BA-4C4C-4342-B23F-832B6C7E8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809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tial Circle 8">
            <a:extLst>
              <a:ext uri="{FF2B5EF4-FFF2-40B4-BE49-F238E27FC236}">
                <a16:creationId xmlns:a16="http://schemas.microsoft.com/office/drawing/2014/main" id="{8B19048E-D774-B7A8-2B60-373358FF6140}"/>
              </a:ext>
            </a:extLst>
          </p:cNvPr>
          <p:cNvSpPr/>
          <p:nvPr userDrawn="1"/>
        </p:nvSpPr>
        <p:spPr>
          <a:xfrm>
            <a:off x="-284694" y="-284258"/>
            <a:ext cx="569387" cy="568515"/>
          </a:xfrm>
          <a:prstGeom prst="pie">
            <a:avLst>
              <a:gd name="adj1" fmla="val 47969"/>
              <a:gd name="adj2" fmla="val 540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9D803-9A57-4801-0FEA-00AC9B9E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14" y="152409"/>
            <a:ext cx="10113335" cy="54927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artial Circle 9">
            <a:extLst>
              <a:ext uri="{FF2B5EF4-FFF2-40B4-BE49-F238E27FC236}">
                <a16:creationId xmlns:a16="http://schemas.microsoft.com/office/drawing/2014/main" id="{2087AB38-62F4-4355-E571-1666F7B82F60}"/>
              </a:ext>
            </a:extLst>
          </p:cNvPr>
          <p:cNvSpPr/>
          <p:nvPr userDrawn="1"/>
        </p:nvSpPr>
        <p:spPr>
          <a:xfrm flipH="1" flipV="1">
            <a:off x="11038365" y="5706133"/>
            <a:ext cx="2307269" cy="2303734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533AA5FE-ADAF-1D8C-0EC8-D70F1A6038B0}"/>
              </a:ext>
            </a:extLst>
          </p:cNvPr>
          <p:cNvSpPr txBox="1"/>
          <p:nvPr userDrawn="1"/>
        </p:nvSpPr>
        <p:spPr>
          <a:xfrm>
            <a:off x="189614" y="6568374"/>
            <a:ext cx="1230630" cy="13721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50" spc="50">
                <a:solidFill>
                  <a:srgbClr val="00206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www.zensar.com</a:t>
            </a:r>
            <a:r>
              <a:rPr sz="850" spc="445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850">
                <a:solidFill>
                  <a:srgbClr val="002060"/>
                </a:solidFill>
                <a:latin typeface="Arial"/>
                <a:cs typeface="Arial"/>
              </a:rPr>
              <a:t>|</a:t>
            </a:r>
            <a:r>
              <a:rPr sz="850" spc="445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850" spc="-50">
                <a:solidFill>
                  <a:srgbClr val="002060"/>
                </a:solidFill>
                <a:latin typeface="Arial"/>
                <a:cs typeface="Arial"/>
              </a:rPr>
              <a:t>©</a:t>
            </a:r>
            <a:endParaRPr sz="85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8EB4C396-EE68-ADB1-D9A0-6FBFE87F3D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25023" y="6568374"/>
            <a:ext cx="1168543" cy="13721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lvl1pPr>
              <a:defRPr sz="85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50"/>
              </a:spcBef>
            </a:pPr>
            <a:r>
              <a:rPr lang="en-US" spc="50"/>
              <a:t>Technologies</a:t>
            </a:r>
            <a:r>
              <a:rPr lang="en-US" spc="114"/>
              <a:t> </a:t>
            </a:r>
            <a:r>
              <a:rPr lang="en-US" spc="30"/>
              <a:t>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8A4DA-038D-25D6-FD7E-49B9B2F94E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70" y="6585612"/>
            <a:ext cx="525076" cy="137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73C040-AD4F-8878-B38F-957BE29440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635" y="265929"/>
            <a:ext cx="1383271" cy="36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07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5B273DD-3573-4266-9D5B-18FC441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8" y="214547"/>
            <a:ext cx="10515600" cy="60000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50D13E-8BC0-F54B-AD5F-70DF80DB2F33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DC51C8AC-C429-41E4-A7B1-52B8F541FF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964" y="429765"/>
            <a:ext cx="1098928" cy="1695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24508F-DC31-4E95-A88E-C49996E16781}"/>
              </a:ext>
            </a:extLst>
          </p:cNvPr>
          <p:cNvSpPr txBox="1"/>
          <p:nvPr userDrawn="1"/>
        </p:nvSpPr>
        <p:spPr>
          <a:xfrm>
            <a:off x="-29375" y="6660517"/>
            <a:ext cx="53506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Page </a:t>
            </a:r>
            <a:fld id="{B947F380-F5A3-EC4A-93F6-D4C42508984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 | © Zensar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Technologies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725605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686B-57DD-4BC9-8FE7-579B48C8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17BE6-D144-4A83-85B4-E871ACFCD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606C9-BE9F-4C3A-A00C-EA0062BFB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D11B6-FF7A-4F88-9EC6-D5655A5A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B069-5F7D-4FD6-A029-1C329CE20CF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4541-80E0-46DF-AB64-A1D42BCC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Clean Partner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36A95-6171-4490-A43D-92E19593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C055-2527-47C7-B2ED-8FC9EEE8D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69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14547"/>
            <a:ext cx="1388983" cy="4075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0" y="27049"/>
            <a:ext cx="9130337" cy="79682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0" y="857692"/>
            <a:ext cx="647197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789611" y="857692"/>
            <a:ext cx="10402389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702461" y="776576"/>
            <a:ext cx="191729" cy="162232"/>
          </a:xfrm>
          <a:prstGeom prst="rect">
            <a:avLst/>
          </a:prstGeom>
          <a:solidFill>
            <a:srgbClr val="0BCC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86074" y="776576"/>
            <a:ext cx="191729" cy="162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1253793" y="776576"/>
            <a:ext cx="191729" cy="162232"/>
          </a:xfrm>
          <a:prstGeom prst="rect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541387" y="776576"/>
            <a:ext cx="191729" cy="1622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49769C9-1E56-4932-B25E-120D967D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00784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6F3E0F43-A302-4101-AAA0-335004A9F117}"/>
              </a:ext>
            </a:extLst>
          </p:cNvPr>
          <p:cNvSpPr txBox="1">
            <a:spLocks/>
          </p:cNvSpPr>
          <p:nvPr userDrawn="1"/>
        </p:nvSpPr>
        <p:spPr>
          <a:xfrm>
            <a:off x="243096" y="654138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altLang="en-US" sz="1200">
                <a:solidFill>
                  <a:srgbClr val="898989"/>
                </a:solidFill>
                <a:latin typeface="Calibri" panose="020F0502020204030204"/>
              </a:rPr>
              <a:t>www.zensar.com  |  © Zensar Technologies 2020</a:t>
            </a:r>
          </a:p>
        </p:txBody>
      </p:sp>
    </p:spTree>
    <p:extLst>
      <p:ext uri="{BB962C8B-B14F-4D97-AF65-F5344CB8AC3E}">
        <p14:creationId xmlns:p14="http://schemas.microsoft.com/office/powerpoint/2010/main" val="39728461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51" y="158737"/>
            <a:ext cx="9413875" cy="32844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398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793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586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379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172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48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3">
            <a:extLst>
              <a:ext uri="{FF2B5EF4-FFF2-40B4-BE49-F238E27FC236}">
                <a16:creationId xmlns:a16="http://schemas.microsoft.com/office/drawing/2014/main" id="{6C083B18-EEA4-40CD-B610-006DE1212BA2}"/>
              </a:ext>
            </a:extLst>
          </p:cNvPr>
          <p:cNvSpPr/>
          <p:nvPr userDrawn="1"/>
        </p:nvSpPr>
        <p:spPr>
          <a:xfrm rot="16200000">
            <a:off x="-317304" y="100216"/>
            <a:ext cx="853205" cy="853205"/>
          </a:xfrm>
          <a:prstGeom prst="pie">
            <a:avLst>
              <a:gd name="adj1" fmla="val 0"/>
              <a:gd name="adj2" fmla="val 5388049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7225" y="158737"/>
            <a:ext cx="9413875" cy="32844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398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793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586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379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172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7597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12" y="214550"/>
            <a:ext cx="1388983" cy="4075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3" y="27052"/>
            <a:ext cx="9130337" cy="796827"/>
          </a:xfrm>
        </p:spPr>
        <p:txBody>
          <a:bodyPr>
            <a:normAutofit/>
          </a:bodyPr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2" y="857692"/>
            <a:ext cx="647197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789612" y="857692"/>
            <a:ext cx="10402389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702464" y="776576"/>
            <a:ext cx="191729" cy="162232"/>
          </a:xfrm>
          <a:prstGeom prst="rect">
            <a:avLst/>
          </a:prstGeom>
          <a:solidFill>
            <a:srgbClr val="0BCC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986078" y="776576"/>
            <a:ext cx="191729" cy="162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253796" y="776576"/>
            <a:ext cx="191729" cy="162232"/>
          </a:xfrm>
          <a:prstGeom prst="rect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541391" y="776576"/>
            <a:ext cx="191729" cy="1622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5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49769C9-1E56-4932-B25E-120D967D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1" y="6500786"/>
            <a:ext cx="2743201" cy="365125"/>
          </a:xfrm>
        </p:spPr>
        <p:txBody>
          <a:bodyPr/>
          <a:lstStyle/>
          <a:p>
            <a:pPr defTabSz="913563">
              <a:defRPr/>
            </a:pPr>
            <a:fld id="{9AA6ED64-E086-8F49-8C8D-88791C756D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3563"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6F3E0F43-A302-4101-AAA0-335004A9F117}"/>
              </a:ext>
            </a:extLst>
          </p:cNvPr>
          <p:cNvSpPr txBox="1">
            <a:spLocks/>
          </p:cNvSpPr>
          <p:nvPr userDrawn="1"/>
        </p:nvSpPr>
        <p:spPr>
          <a:xfrm>
            <a:off x="243097" y="6541393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5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www.zensar.com  |  © Zensar Technologies 2020</a:t>
            </a:r>
          </a:p>
        </p:txBody>
      </p:sp>
    </p:spTree>
    <p:extLst>
      <p:ext uri="{BB962C8B-B14F-4D97-AF65-F5344CB8AC3E}">
        <p14:creationId xmlns:p14="http://schemas.microsoft.com/office/powerpoint/2010/main" val="9934696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962C2A-63A2-45B1-97C7-3754220B4D4E}"/>
              </a:ext>
            </a:extLst>
          </p:cNvPr>
          <p:cNvCxnSpPr/>
          <p:nvPr userDrawn="1"/>
        </p:nvCxnSpPr>
        <p:spPr>
          <a:xfrm>
            <a:off x="1" y="962025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714" y="200025"/>
            <a:ext cx="138906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95" y="165314"/>
            <a:ext cx="10515600" cy="796825"/>
          </a:xfrm>
        </p:spPr>
        <p:txBody>
          <a:bodyPr>
            <a:normAutofit/>
          </a:bodyPr>
          <a:lstStyle>
            <a:lvl1pPr>
              <a:defRPr sz="308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11014BF-0961-0B48-9E30-0355E891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507168"/>
            <a:ext cx="274320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1279B-BA6F-4E43-B44A-DCFEF1F7BADD}" type="datetime1">
              <a:rPr lang="en-US"/>
              <a:pPr>
                <a:defRPr/>
              </a:pPr>
              <a:t>6/18/2026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15482EC-0A4C-D448-AA5A-6DB90BF3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07168"/>
            <a:ext cx="41148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www.zensar.com | </a:t>
            </a:r>
            <a:r>
              <a:rPr lang="de-DE"/>
              <a:t>© </a:t>
            </a:r>
            <a:r>
              <a:rPr lang="en-US"/>
              <a:t>Zensar Technologies 2018</a:t>
            </a:r>
          </a:p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D758B8F-94B3-0541-8D70-2666B2B2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1" y="6507168"/>
            <a:ext cx="274320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E67A9-2A07-42AB-AF73-97D8FA35E3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84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vari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1982EDC4-66C6-4C38-BD5B-4C55B66556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401" y="963011"/>
            <a:ext cx="6416040" cy="24193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99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IN"/>
              <a:t>Lorem ipsum </a:t>
            </a:r>
            <a:r>
              <a:rPr lang="en-IN" err="1"/>
              <a:t>dolor</a:t>
            </a:r>
            <a:r>
              <a:rPr lang="en-IN"/>
              <a:t> sit </a:t>
            </a:r>
            <a:r>
              <a:rPr lang="en-IN" err="1"/>
              <a:t>amet</a:t>
            </a:r>
            <a:r>
              <a:rPr lang="en-IN"/>
              <a:t>, </a:t>
            </a:r>
            <a:r>
              <a:rPr lang="en-IN" err="1"/>
              <a:t>consectetur</a:t>
            </a:r>
            <a:r>
              <a:rPr lang="en-IN"/>
              <a:t> </a:t>
            </a:r>
            <a:r>
              <a:rPr lang="en-IN" err="1"/>
              <a:t>adipiscing</a:t>
            </a:r>
            <a:r>
              <a:rPr lang="en-IN"/>
              <a:t> </a:t>
            </a:r>
            <a:r>
              <a:rPr lang="en-IN" err="1"/>
              <a:t>elit</a:t>
            </a:r>
            <a:r>
              <a:rPr lang="en-IN"/>
              <a:t>. </a:t>
            </a:r>
            <a:r>
              <a:rPr lang="en-IN" err="1"/>
              <a:t>Vivamus</a:t>
            </a:r>
            <a:r>
              <a:rPr lang="en-IN"/>
              <a:t> </a:t>
            </a:r>
            <a:r>
              <a:rPr lang="en-IN" err="1"/>
              <a:t>nec</a:t>
            </a:r>
            <a:r>
              <a:rPr lang="en-IN"/>
              <a:t> </a:t>
            </a:r>
            <a:r>
              <a:rPr lang="en-IN" err="1"/>
              <a:t>dolor</a:t>
            </a:r>
            <a:r>
              <a:rPr lang="en-IN"/>
              <a:t> </a:t>
            </a:r>
            <a:r>
              <a:rPr lang="en-IN" err="1"/>
              <a:t>quis</a:t>
            </a:r>
            <a:r>
              <a:rPr lang="en-IN"/>
              <a:t> mi porta </a:t>
            </a:r>
            <a:r>
              <a:rPr lang="en-IN" err="1"/>
              <a:t>elementum</a:t>
            </a:r>
            <a:r>
              <a:rPr lang="en-IN"/>
              <a:t> non et ipsum. </a:t>
            </a:r>
            <a:r>
              <a:rPr lang="en-IN" err="1"/>
              <a:t>Sed</a:t>
            </a:r>
            <a:r>
              <a:rPr lang="en-IN"/>
              <a:t> </a:t>
            </a:r>
            <a:r>
              <a:rPr lang="en-IN" err="1"/>
              <a:t>vulputate</a:t>
            </a:r>
            <a:r>
              <a:rPr lang="en-IN"/>
              <a:t> </a:t>
            </a:r>
            <a:r>
              <a:rPr lang="en-IN" err="1"/>
              <a:t>mollis</a:t>
            </a:r>
            <a:r>
              <a:rPr lang="en-IN"/>
              <a:t> </a:t>
            </a:r>
            <a:r>
              <a:rPr lang="en-IN" err="1"/>
              <a:t>purus</a:t>
            </a:r>
            <a:r>
              <a:rPr lang="en-IN"/>
              <a:t>, </a:t>
            </a:r>
            <a:r>
              <a:rPr lang="en-IN" err="1"/>
              <a:t>eget</a:t>
            </a:r>
            <a:r>
              <a:rPr lang="en-IN"/>
              <a:t> pharetra </a:t>
            </a:r>
            <a:r>
              <a:rPr lang="en-IN" err="1"/>
              <a:t>turpis</a:t>
            </a:r>
            <a:r>
              <a:rPr lang="en-IN"/>
              <a:t> fermentum at. Donec </a:t>
            </a:r>
            <a:r>
              <a:rPr lang="en-IN" err="1"/>
              <a:t>elementum</a:t>
            </a:r>
            <a:r>
              <a:rPr lang="en-IN"/>
              <a:t> </a:t>
            </a:r>
            <a:r>
              <a:rPr lang="en-IN" err="1"/>
              <a:t>risus</a:t>
            </a:r>
            <a:r>
              <a:rPr lang="en-IN"/>
              <a:t> et </a:t>
            </a:r>
            <a:r>
              <a:rPr lang="en-IN" err="1"/>
              <a:t>vehicula</a:t>
            </a:r>
            <a:r>
              <a:rPr lang="en-IN"/>
              <a:t> </a:t>
            </a:r>
            <a:r>
              <a:rPr lang="en-IN" err="1"/>
              <a:t>rutrum</a:t>
            </a:r>
            <a:r>
              <a:rPr lang="en-IN"/>
              <a:t>. </a:t>
            </a:r>
            <a:r>
              <a:rPr lang="en-IN" err="1"/>
              <a:t>Mauris</a:t>
            </a:r>
            <a:r>
              <a:rPr lang="en-IN"/>
              <a:t> ac </a:t>
            </a:r>
            <a:r>
              <a:rPr lang="en-IN" err="1"/>
              <a:t>dignissim</a:t>
            </a:r>
            <a:r>
              <a:rPr lang="en-IN"/>
              <a:t> ante, </a:t>
            </a:r>
            <a:r>
              <a:rPr lang="en-IN" err="1"/>
              <a:t>nec</a:t>
            </a:r>
            <a:r>
              <a:rPr lang="en-IN"/>
              <a:t> </a:t>
            </a:r>
            <a:r>
              <a:rPr lang="en-IN" err="1"/>
              <a:t>molestie</a:t>
            </a:r>
            <a:r>
              <a:rPr lang="en-IN"/>
              <a:t> </a:t>
            </a:r>
            <a:r>
              <a:rPr lang="en-IN" err="1"/>
              <a:t>neque</a:t>
            </a:r>
            <a:r>
              <a:rPr lang="en-IN"/>
              <a:t>. Donec ac ipsum et </a:t>
            </a:r>
            <a:r>
              <a:rPr lang="en-IN" err="1"/>
              <a:t>justo</a:t>
            </a:r>
            <a:r>
              <a:rPr lang="en-IN"/>
              <a:t> </a:t>
            </a:r>
            <a:r>
              <a:rPr lang="en-IN" err="1"/>
              <a:t>feugiat</a:t>
            </a:r>
            <a:r>
              <a:rPr lang="en-IN"/>
              <a:t> pharetra. Nunc </a:t>
            </a:r>
            <a:r>
              <a:rPr lang="en-IN" err="1"/>
              <a:t>condimentum</a:t>
            </a:r>
            <a:r>
              <a:rPr lang="en-IN"/>
              <a:t> </a:t>
            </a:r>
            <a:r>
              <a:rPr lang="en-IN" err="1"/>
              <a:t>elementum</a:t>
            </a:r>
            <a:r>
              <a:rPr lang="en-IN"/>
              <a:t> </a:t>
            </a:r>
            <a:r>
              <a:rPr lang="en-IN" err="1"/>
              <a:t>nulla</a:t>
            </a:r>
            <a:r>
              <a:rPr lang="en-IN"/>
              <a:t>, </a:t>
            </a:r>
            <a:r>
              <a:rPr lang="en-IN" err="1"/>
              <a:t>eu</a:t>
            </a:r>
            <a:r>
              <a:rPr lang="en-IN"/>
              <a:t> maximus </a:t>
            </a:r>
            <a:r>
              <a:rPr lang="en-IN" err="1"/>
              <a:t>massa</a:t>
            </a:r>
            <a:r>
              <a:rPr lang="en-IN"/>
              <a:t> </a:t>
            </a:r>
            <a:r>
              <a:rPr lang="en-IN" err="1"/>
              <a:t>pretium</a:t>
            </a:r>
            <a:r>
              <a:rPr lang="en-IN"/>
              <a:t> non. Nunc </a:t>
            </a:r>
            <a:r>
              <a:rPr lang="en-IN" err="1"/>
              <a:t>nulla</a:t>
            </a:r>
            <a:r>
              <a:rPr lang="en-IN"/>
              <a:t> lorem, </a:t>
            </a:r>
            <a:r>
              <a:rPr lang="en-IN" err="1"/>
              <a:t>porttitor</a:t>
            </a:r>
            <a:r>
              <a:rPr lang="en-IN"/>
              <a:t> </a:t>
            </a:r>
            <a:r>
              <a:rPr lang="en-IN" err="1"/>
              <a:t>eu</a:t>
            </a:r>
            <a:r>
              <a:rPr lang="en-IN"/>
              <a:t> </a:t>
            </a:r>
            <a:r>
              <a:rPr lang="en-IN" err="1"/>
              <a:t>ultrices</a:t>
            </a:r>
            <a:r>
              <a:rPr lang="en-IN"/>
              <a:t> vitae, </a:t>
            </a:r>
            <a:r>
              <a:rPr lang="en-IN" err="1"/>
              <a:t>ullamcorper</a:t>
            </a:r>
            <a:r>
              <a:rPr lang="en-IN"/>
              <a:t> sit </a:t>
            </a:r>
            <a:r>
              <a:rPr lang="en-IN" err="1"/>
              <a:t>amet</a:t>
            </a:r>
            <a:r>
              <a:rPr lang="en-IN"/>
              <a:t> </a:t>
            </a:r>
            <a:r>
              <a:rPr lang="en-IN" err="1"/>
              <a:t>dolor</a:t>
            </a:r>
            <a:r>
              <a:rPr lang="en-IN"/>
              <a:t>. </a:t>
            </a:r>
            <a:r>
              <a:rPr lang="en-IN" err="1"/>
              <a:t>Fusce</a:t>
            </a:r>
            <a:r>
              <a:rPr lang="en-IN"/>
              <a:t> </a:t>
            </a:r>
            <a:r>
              <a:rPr lang="en-IN" err="1"/>
              <a:t>facilisis</a:t>
            </a:r>
            <a:r>
              <a:rPr lang="en-IN"/>
              <a:t> </a:t>
            </a:r>
            <a:r>
              <a:rPr lang="en-IN" err="1"/>
              <a:t>eu</a:t>
            </a:r>
            <a:r>
              <a:rPr lang="en-IN"/>
              <a:t> </a:t>
            </a:r>
            <a:r>
              <a:rPr lang="en-IN" err="1"/>
              <a:t>quam</a:t>
            </a:r>
            <a:r>
              <a:rPr lang="en-IN"/>
              <a:t> </a:t>
            </a:r>
            <a:r>
              <a:rPr lang="en-IN" err="1"/>
              <a:t>eget</a:t>
            </a:r>
            <a:r>
              <a:rPr lang="en-IN"/>
              <a:t> </a:t>
            </a:r>
            <a:r>
              <a:rPr lang="en-IN" err="1"/>
              <a:t>facilisis</a:t>
            </a:r>
            <a:r>
              <a:rPr lang="en-IN"/>
              <a:t>. </a:t>
            </a:r>
            <a:r>
              <a:rPr lang="en-IN" err="1"/>
              <a:t>Suspendisse</a:t>
            </a:r>
            <a:r>
              <a:rPr lang="en-IN"/>
              <a:t> fermentum </a:t>
            </a:r>
            <a:r>
              <a:rPr lang="en-IN" err="1"/>
              <a:t>posuere</a:t>
            </a:r>
            <a:r>
              <a:rPr lang="en-IN"/>
              <a:t> </a:t>
            </a:r>
            <a:r>
              <a:rPr lang="en-IN" err="1"/>
              <a:t>mauris</a:t>
            </a:r>
            <a:r>
              <a:rPr lang="en-IN"/>
              <a:t>, et </a:t>
            </a:r>
            <a:r>
              <a:rPr lang="en-IN" err="1"/>
              <a:t>suscipit</a:t>
            </a:r>
            <a:r>
              <a:rPr lang="en-IN"/>
              <a:t> </a:t>
            </a:r>
            <a:r>
              <a:rPr lang="en-IN" err="1"/>
              <a:t>diam</a:t>
            </a:r>
            <a:r>
              <a:rPr lang="en-IN"/>
              <a:t> porta vel. 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2EF6DBB0-7EE2-4883-BFCC-E00A3FB391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3402" y="3543887"/>
            <a:ext cx="6487160" cy="24193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99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IN"/>
              <a:t>Lorem ipsum </a:t>
            </a:r>
            <a:r>
              <a:rPr lang="en-IN" err="1"/>
              <a:t>dolor</a:t>
            </a:r>
            <a:r>
              <a:rPr lang="en-IN"/>
              <a:t> sit </a:t>
            </a:r>
            <a:r>
              <a:rPr lang="en-IN" err="1"/>
              <a:t>amet</a:t>
            </a:r>
            <a:r>
              <a:rPr lang="en-IN"/>
              <a:t>, </a:t>
            </a:r>
            <a:r>
              <a:rPr lang="en-IN" err="1"/>
              <a:t>consectetur</a:t>
            </a:r>
            <a:r>
              <a:rPr lang="en-IN"/>
              <a:t> </a:t>
            </a:r>
            <a:r>
              <a:rPr lang="en-IN" err="1"/>
              <a:t>adipiscing</a:t>
            </a:r>
            <a:r>
              <a:rPr lang="en-IN"/>
              <a:t> </a:t>
            </a:r>
            <a:r>
              <a:rPr lang="en-IN" err="1"/>
              <a:t>elit</a:t>
            </a:r>
            <a:r>
              <a:rPr lang="en-IN"/>
              <a:t>. </a:t>
            </a:r>
            <a:r>
              <a:rPr lang="en-IN" err="1"/>
              <a:t>Vivamus</a:t>
            </a:r>
            <a:r>
              <a:rPr lang="en-IN"/>
              <a:t> </a:t>
            </a:r>
            <a:r>
              <a:rPr lang="en-IN" err="1"/>
              <a:t>nec</a:t>
            </a:r>
            <a:r>
              <a:rPr lang="en-IN"/>
              <a:t> </a:t>
            </a:r>
            <a:r>
              <a:rPr lang="en-IN" err="1"/>
              <a:t>dolor</a:t>
            </a:r>
            <a:r>
              <a:rPr lang="en-IN"/>
              <a:t> </a:t>
            </a:r>
            <a:r>
              <a:rPr lang="en-IN" err="1"/>
              <a:t>quis</a:t>
            </a:r>
            <a:r>
              <a:rPr lang="en-IN"/>
              <a:t> mi porta </a:t>
            </a:r>
            <a:r>
              <a:rPr lang="en-IN" err="1"/>
              <a:t>elementum</a:t>
            </a:r>
            <a:r>
              <a:rPr lang="en-IN"/>
              <a:t> non et ipsum. </a:t>
            </a:r>
            <a:r>
              <a:rPr lang="en-IN" err="1"/>
              <a:t>Sed</a:t>
            </a:r>
            <a:r>
              <a:rPr lang="en-IN"/>
              <a:t> </a:t>
            </a:r>
            <a:r>
              <a:rPr lang="en-IN" err="1"/>
              <a:t>vulputate</a:t>
            </a:r>
            <a:r>
              <a:rPr lang="en-IN"/>
              <a:t> </a:t>
            </a:r>
            <a:r>
              <a:rPr lang="en-IN" err="1"/>
              <a:t>mollis</a:t>
            </a:r>
            <a:r>
              <a:rPr lang="en-IN"/>
              <a:t> </a:t>
            </a:r>
            <a:r>
              <a:rPr lang="en-IN" err="1"/>
              <a:t>purus</a:t>
            </a:r>
            <a:r>
              <a:rPr lang="en-IN"/>
              <a:t>, </a:t>
            </a:r>
            <a:r>
              <a:rPr lang="en-IN" err="1"/>
              <a:t>eget</a:t>
            </a:r>
            <a:r>
              <a:rPr lang="en-IN"/>
              <a:t> pharetra </a:t>
            </a:r>
            <a:r>
              <a:rPr lang="en-IN" err="1"/>
              <a:t>turpis</a:t>
            </a:r>
            <a:r>
              <a:rPr lang="en-IN"/>
              <a:t> fermentum at. Donec </a:t>
            </a:r>
            <a:r>
              <a:rPr lang="en-IN" err="1"/>
              <a:t>elementum</a:t>
            </a:r>
            <a:r>
              <a:rPr lang="en-IN"/>
              <a:t> </a:t>
            </a:r>
            <a:r>
              <a:rPr lang="en-IN" err="1"/>
              <a:t>risus</a:t>
            </a:r>
            <a:r>
              <a:rPr lang="en-IN"/>
              <a:t> et </a:t>
            </a:r>
            <a:r>
              <a:rPr lang="en-IN" err="1"/>
              <a:t>vehicula</a:t>
            </a:r>
            <a:r>
              <a:rPr lang="en-IN"/>
              <a:t> </a:t>
            </a:r>
            <a:r>
              <a:rPr lang="en-IN" err="1"/>
              <a:t>rutrum</a:t>
            </a:r>
            <a:r>
              <a:rPr lang="en-IN"/>
              <a:t>. </a:t>
            </a:r>
            <a:r>
              <a:rPr lang="en-IN" err="1"/>
              <a:t>Mauris</a:t>
            </a:r>
            <a:r>
              <a:rPr lang="en-IN"/>
              <a:t> ac </a:t>
            </a:r>
            <a:r>
              <a:rPr lang="en-IN" err="1"/>
              <a:t>dignissim</a:t>
            </a:r>
            <a:r>
              <a:rPr lang="en-IN"/>
              <a:t> ante, </a:t>
            </a:r>
            <a:r>
              <a:rPr lang="en-IN" err="1"/>
              <a:t>nec</a:t>
            </a:r>
            <a:r>
              <a:rPr lang="en-IN"/>
              <a:t> </a:t>
            </a:r>
            <a:r>
              <a:rPr lang="en-IN" err="1"/>
              <a:t>molestie</a:t>
            </a:r>
            <a:r>
              <a:rPr lang="en-IN"/>
              <a:t> </a:t>
            </a:r>
            <a:r>
              <a:rPr lang="en-IN" err="1"/>
              <a:t>neque</a:t>
            </a:r>
            <a:r>
              <a:rPr lang="en-IN"/>
              <a:t>. Donec ac ipsum et </a:t>
            </a:r>
            <a:r>
              <a:rPr lang="en-IN" err="1"/>
              <a:t>justo</a:t>
            </a:r>
            <a:r>
              <a:rPr lang="en-IN"/>
              <a:t> </a:t>
            </a:r>
            <a:r>
              <a:rPr lang="en-IN" err="1"/>
              <a:t>feugiat</a:t>
            </a:r>
            <a:r>
              <a:rPr lang="en-IN"/>
              <a:t> pharetra. Nunc </a:t>
            </a:r>
            <a:r>
              <a:rPr lang="en-IN" err="1"/>
              <a:t>condimentum</a:t>
            </a:r>
            <a:r>
              <a:rPr lang="en-IN"/>
              <a:t> </a:t>
            </a:r>
            <a:r>
              <a:rPr lang="en-IN" err="1"/>
              <a:t>elementum</a:t>
            </a:r>
            <a:r>
              <a:rPr lang="en-IN"/>
              <a:t> </a:t>
            </a:r>
            <a:r>
              <a:rPr lang="en-IN" err="1"/>
              <a:t>nulla</a:t>
            </a:r>
            <a:r>
              <a:rPr lang="en-IN"/>
              <a:t>, </a:t>
            </a:r>
            <a:r>
              <a:rPr lang="en-IN" err="1"/>
              <a:t>eu</a:t>
            </a:r>
            <a:r>
              <a:rPr lang="en-IN"/>
              <a:t> maximus </a:t>
            </a:r>
            <a:r>
              <a:rPr lang="en-IN" err="1"/>
              <a:t>massa</a:t>
            </a:r>
            <a:r>
              <a:rPr lang="en-IN"/>
              <a:t> </a:t>
            </a:r>
            <a:r>
              <a:rPr lang="en-IN" err="1"/>
              <a:t>pretium</a:t>
            </a:r>
            <a:r>
              <a:rPr lang="en-IN"/>
              <a:t> non. Nunc </a:t>
            </a:r>
            <a:r>
              <a:rPr lang="en-IN" err="1"/>
              <a:t>nulla</a:t>
            </a:r>
            <a:r>
              <a:rPr lang="en-IN"/>
              <a:t> lorem, </a:t>
            </a:r>
            <a:r>
              <a:rPr lang="en-IN" err="1"/>
              <a:t>porttitor</a:t>
            </a:r>
            <a:r>
              <a:rPr lang="en-IN"/>
              <a:t> </a:t>
            </a:r>
            <a:r>
              <a:rPr lang="en-IN" err="1"/>
              <a:t>eu</a:t>
            </a:r>
            <a:r>
              <a:rPr lang="en-IN"/>
              <a:t> </a:t>
            </a:r>
            <a:r>
              <a:rPr lang="en-IN" err="1"/>
              <a:t>ultrices</a:t>
            </a:r>
            <a:r>
              <a:rPr lang="en-IN"/>
              <a:t> vitae, </a:t>
            </a:r>
            <a:r>
              <a:rPr lang="en-IN" err="1"/>
              <a:t>ullamcorper</a:t>
            </a:r>
            <a:r>
              <a:rPr lang="en-IN"/>
              <a:t> sit </a:t>
            </a:r>
            <a:r>
              <a:rPr lang="en-IN" err="1"/>
              <a:t>amet</a:t>
            </a:r>
            <a:r>
              <a:rPr lang="en-IN"/>
              <a:t> </a:t>
            </a:r>
            <a:r>
              <a:rPr lang="en-IN" err="1"/>
              <a:t>dolor</a:t>
            </a:r>
            <a:r>
              <a:rPr lang="en-IN"/>
              <a:t>. </a:t>
            </a:r>
            <a:r>
              <a:rPr lang="en-IN" err="1"/>
              <a:t>Fusce</a:t>
            </a:r>
            <a:r>
              <a:rPr lang="en-IN"/>
              <a:t> </a:t>
            </a:r>
            <a:r>
              <a:rPr lang="en-IN" err="1"/>
              <a:t>facilisis</a:t>
            </a:r>
            <a:r>
              <a:rPr lang="en-IN"/>
              <a:t> </a:t>
            </a:r>
            <a:r>
              <a:rPr lang="en-IN" err="1"/>
              <a:t>eu</a:t>
            </a:r>
            <a:r>
              <a:rPr lang="en-IN"/>
              <a:t> </a:t>
            </a:r>
            <a:r>
              <a:rPr lang="en-IN" err="1"/>
              <a:t>quam</a:t>
            </a:r>
            <a:r>
              <a:rPr lang="en-IN"/>
              <a:t> </a:t>
            </a:r>
            <a:r>
              <a:rPr lang="en-IN" err="1"/>
              <a:t>eget</a:t>
            </a:r>
            <a:r>
              <a:rPr lang="en-IN"/>
              <a:t> </a:t>
            </a:r>
            <a:r>
              <a:rPr lang="en-IN" err="1"/>
              <a:t>facilisis</a:t>
            </a:r>
            <a:r>
              <a:rPr lang="en-IN"/>
              <a:t>. </a:t>
            </a:r>
            <a:r>
              <a:rPr lang="en-IN" err="1"/>
              <a:t>Suspendisse</a:t>
            </a:r>
            <a:r>
              <a:rPr lang="en-IN"/>
              <a:t> fermentum </a:t>
            </a:r>
            <a:r>
              <a:rPr lang="en-IN" err="1"/>
              <a:t>posuere</a:t>
            </a:r>
            <a:r>
              <a:rPr lang="en-IN"/>
              <a:t> </a:t>
            </a:r>
            <a:r>
              <a:rPr lang="en-IN" err="1"/>
              <a:t>mauris</a:t>
            </a:r>
            <a:r>
              <a:rPr lang="en-IN"/>
              <a:t>, et </a:t>
            </a:r>
            <a:r>
              <a:rPr lang="en-IN" err="1"/>
              <a:t>suscipit</a:t>
            </a:r>
            <a:r>
              <a:rPr lang="en-IN"/>
              <a:t> </a:t>
            </a:r>
            <a:r>
              <a:rPr lang="en-IN" err="1"/>
              <a:t>diam</a:t>
            </a:r>
            <a:r>
              <a:rPr lang="en-IN"/>
              <a:t> porta vel. </a:t>
            </a:r>
          </a:p>
        </p:txBody>
      </p:sp>
      <p:sp>
        <p:nvSpPr>
          <p:cNvPr id="9" name="Picture Placeholder 21">
            <a:extLst>
              <a:ext uri="{FF2B5EF4-FFF2-40B4-BE49-F238E27FC236}">
                <a16:creationId xmlns:a16="http://schemas.microsoft.com/office/drawing/2014/main" id="{298D652C-A164-4D85-83DE-7E6BAD4FBB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27875" y="963614"/>
            <a:ext cx="4794250" cy="4919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29354C7-C10C-4EDE-8720-A6137B590E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9351" y="158737"/>
            <a:ext cx="9413875" cy="3284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98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793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586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379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172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40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 descr="Logo&#10;&#10;Description automatically generated">
            <a:extLst>
              <a:ext uri="{FF2B5EF4-FFF2-40B4-BE49-F238E27FC236}">
                <a16:creationId xmlns:a16="http://schemas.microsoft.com/office/drawing/2014/main" id="{30469C4B-3813-4420-99CD-589DD256A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78783" y="79023"/>
            <a:ext cx="2024008" cy="502376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2A2FDDE1-E02C-467A-B89D-D395A352C10B}"/>
              </a:ext>
            </a:extLst>
          </p:cNvPr>
          <p:cNvGrpSpPr/>
          <p:nvPr userDrawn="1"/>
        </p:nvGrpSpPr>
        <p:grpSpPr>
          <a:xfrm>
            <a:off x="-1" y="1"/>
            <a:ext cx="423324" cy="846710"/>
            <a:chOff x="8606495" y="2403653"/>
            <a:chExt cx="1363005" cy="2726008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CA13DB6-382C-4ECA-B983-F2E2A9373526}"/>
                </a:ext>
              </a:extLst>
            </p:cNvPr>
            <p:cNvSpPr/>
            <p:nvPr/>
          </p:nvSpPr>
          <p:spPr>
            <a:xfrm flipV="1">
              <a:off x="8606495" y="3766657"/>
              <a:ext cx="1363004" cy="1363004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FF4B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3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8DE68A8-7C4E-486B-9625-EAE611BDCA6B}"/>
                </a:ext>
              </a:extLst>
            </p:cNvPr>
            <p:cNvSpPr/>
            <p:nvPr/>
          </p:nvSpPr>
          <p:spPr>
            <a:xfrm>
              <a:off x="8606497" y="2403653"/>
              <a:ext cx="1363003" cy="1363003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3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7C50AB8C-53C6-4C03-BBC1-81B903C19B02}"/>
              </a:ext>
            </a:extLst>
          </p:cNvPr>
          <p:cNvSpPr/>
          <p:nvPr userDrawn="1"/>
        </p:nvSpPr>
        <p:spPr>
          <a:xfrm flipH="1">
            <a:off x="-700" y="6616104"/>
            <a:ext cx="12200864" cy="255907"/>
          </a:xfrm>
          <a:prstGeom prst="rect">
            <a:avLst/>
          </a:prstGeom>
          <a:solidFill>
            <a:srgbClr val="100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73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F60F7F-6D6F-432E-B7F3-4838F30A9147}"/>
              </a:ext>
            </a:extLst>
          </p:cNvPr>
          <p:cNvSpPr txBox="1"/>
          <p:nvPr userDrawn="1"/>
        </p:nvSpPr>
        <p:spPr>
          <a:xfrm>
            <a:off x="4023892" y="6607038"/>
            <a:ext cx="4746757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9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       | © 	                 Technologies, 2021 | Confidential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48AA13-5C42-454A-8130-A4B2CE545B32}"/>
              </a:ext>
            </a:extLst>
          </p:cNvPr>
          <p:cNvSpPr txBox="1"/>
          <p:nvPr userDrawn="1"/>
        </p:nvSpPr>
        <p:spPr>
          <a:xfrm>
            <a:off x="4281832" y="6613972"/>
            <a:ext cx="508681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29F8205-80F1-5D44-A5C3-F789B26C029A}" type="slidenum">
              <a:rPr lang="en-US" sz="1094" b="0" i="0" kern="0" spc="3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94" b="0" i="0" kern="0" spc="3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4656B864-0785-41C1-9FE5-37FAA6910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43" t="23785" r="16733" b="38772"/>
          <a:stretch/>
        </p:blipFill>
        <p:spPr>
          <a:xfrm>
            <a:off x="5005572" y="6673854"/>
            <a:ext cx="640463" cy="13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695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714AEB6D-C140-CFEB-F6DC-B7D3A6B05173}"/>
              </a:ext>
            </a:extLst>
          </p:cNvPr>
          <p:cNvSpPr/>
          <p:nvPr userDrawn="1"/>
        </p:nvSpPr>
        <p:spPr>
          <a:xfrm>
            <a:off x="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1509375" h="6480175">
                <a:moveTo>
                  <a:pt x="11509171" y="0"/>
                </a:moveTo>
                <a:lnTo>
                  <a:pt x="0" y="0"/>
                </a:lnTo>
                <a:lnTo>
                  <a:pt x="0" y="6479997"/>
                </a:lnTo>
                <a:lnTo>
                  <a:pt x="11509171" y="6479997"/>
                </a:lnTo>
                <a:lnTo>
                  <a:pt x="11509171" y="0"/>
                </a:lnTo>
                <a:close/>
              </a:path>
            </a:pathLst>
          </a:custGeom>
          <a:solidFill>
            <a:srgbClr val="D8BA9C">
              <a:alpha val="50000"/>
            </a:srgbClr>
          </a:solidFill>
        </p:spPr>
        <p:txBody>
          <a:bodyPr wrap="square" lIns="0" tIns="0" rIns="0" bIns="0" rtlCol="0"/>
          <a:lstStyle/>
          <a:p>
            <a:endParaRPr lang="en-IN" sz="179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77CFA-91FE-DCD7-00DB-95573124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091" y="1"/>
            <a:ext cx="11133909" cy="731520"/>
          </a:xfrm>
        </p:spPr>
        <p:txBody>
          <a:bodyPr>
            <a:normAutofit/>
          </a:bodyPr>
          <a:lstStyle>
            <a:lvl1pPr marL="12689" algn="l" defTabSz="913586" rtl="0" eaLnBrk="1" latinLnBrk="0" hangingPunct="1">
              <a:lnSpc>
                <a:spcPct val="100000"/>
              </a:lnSpc>
              <a:spcBef>
                <a:spcPts val="135"/>
              </a:spcBef>
              <a:buNone/>
              <a:defRPr lang="en-US" sz="1798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83FA3-4D7C-6E93-5853-689A85E6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3D4E-71DE-4C45-BD5A-898906E3CD2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AD9AD-FE7D-ABCC-5DDD-C509E273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8A38B-D8E8-A4F2-08CA-9475D799B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69A4B-153A-E748-91C2-E0D6A6472B0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7E9C1A-D7B7-70A6-850D-51A5584BDC35}"/>
              </a:ext>
            </a:extLst>
          </p:cNvPr>
          <p:cNvGrpSpPr/>
          <p:nvPr userDrawn="1"/>
        </p:nvGrpSpPr>
        <p:grpSpPr>
          <a:xfrm>
            <a:off x="413786" y="270682"/>
            <a:ext cx="173484" cy="171470"/>
            <a:chOff x="1629805" y="583828"/>
            <a:chExt cx="218812" cy="216272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242B58F-1815-9977-0109-4556A07DA836}"/>
                </a:ext>
              </a:extLst>
            </p:cNvPr>
            <p:cNvSpPr/>
            <p:nvPr/>
          </p:nvSpPr>
          <p:spPr>
            <a:xfrm rot="5400000" flipH="1">
              <a:off x="1575737" y="637896"/>
              <a:ext cx="216272" cy="108136"/>
            </a:xfrm>
            <a:custGeom>
              <a:avLst/>
              <a:gdLst>
                <a:gd name="connsiteX0" fmla="*/ 833462 w 1666924"/>
                <a:gd name="connsiteY0" fmla="*/ 0 h 833462"/>
                <a:gd name="connsiteX1" fmla="*/ 1666924 w 1666924"/>
                <a:gd name="connsiteY1" fmla="*/ 833462 h 833462"/>
                <a:gd name="connsiteX2" fmla="*/ 0 w 1666924"/>
                <a:gd name="connsiteY2" fmla="*/ 833462 h 833462"/>
                <a:gd name="connsiteX3" fmla="*/ 833462 w 1666924"/>
                <a:gd name="connsiteY3" fmla="*/ 0 h 83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6924" h="833462">
                  <a:moveTo>
                    <a:pt x="833462" y="0"/>
                  </a:moveTo>
                  <a:cubicBezTo>
                    <a:pt x="1293770" y="0"/>
                    <a:pt x="1666924" y="373154"/>
                    <a:pt x="1666924" y="833462"/>
                  </a:cubicBezTo>
                  <a:lnTo>
                    <a:pt x="0" y="833462"/>
                  </a:lnTo>
                  <a:cubicBezTo>
                    <a:pt x="0" y="373154"/>
                    <a:pt x="373154" y="0"/>
                    <a:pt x="833462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798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C7F11E-A0CD-4BE0-4E42-9EF2184669DB}"/>
                </a:ext>
              </a:extLst>
            </p:cNvPr>
            <p:cNvSpPr/>
            <p:nvPr/>
          </p:nvSpPr>
          <p:spPr>
            <a:xfrm rot="5400000" flipH="1">
              <a:off x="1686413" y="637896"/>
              <a:ext cx="216272" cy="108136"/>
            </a:xfrm>
            <a:custGeom>
              <a:avLst/>
              <a:gdLst>
                <a:gd name="connsiteX0" fmla="*/ 833462 w 1666924"/>
                <a:gd name="connsiteY0" fmla="*/ 0 h 833462"/>
                <a:gd name="connsiteX1" fmla="*/ 1666924 w 1666924"/>
                <a:gd name="connsiteY1" fmla="*/ 833462 h 833462"/>
                <a:gd name="connsiteX2" fmla="*/ 0 w 1666924"/>
                <a:gd name="connsiteY2" fmla="*/ 833462 h 833462"/>
                <a:gd name="connsiteX3" fmla="*/ 833462 w 1666924"/>
                <a:gd name="connsiteY3" fmla="*/ 0 h 83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6924" h="833462">
                  <a:moveTo>
                    <a:pt x="833462" y="0"/>
                  </a:moveTo>
                  <a:cubicBezTo>
                    <a:pt x="1293770" y="0"/>
                    <a:pt x="1666924" y="373154"/>
                    <a:pt x="1666924" y="833462"/>
                  </a:cubicBezTo>
                  <a:lnTo>
                    <a:pt x="0" y="833462"/>
                  </a:lnTo>
                  <a:cubicBezTo>
                    <a:pt x="0" y="373154"/>
                    <a:pt x="373154" y="0"/>
                    <a:pt x="833462" y="0"/>
                  </a:cubicBezTo>
                  <a:close/>
                </a:path>
              </a:pathLst>
            </a:cu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798"/>
            </a:p>
          </p:txBody>
        </p:sp>
      </p:grpSp>
      <p:sp>
        <p:nvSpPr>
          <p:cNvPr id="10" name="object 3">
            <a:extLst>
              <a:ext uri="{FF2B5EF4-FFF2-40B4-BE49-F238E27FC236}">
                <a16:creationId xmlns:a16="http://schemas.microsoft.com/office/drawing/2014/main" id="{1F980836-9C37-710F-FEEF-D271519FF097}"/>
              </a:ext>
            </a:extLst>
          </p:cNvPr>
          <p:cNvSpPr txBox="1">
            <a:spLocks/>
          </p:cNvSpPr>
          <p:nvPr userDrawn="1"/>
        </p:nvSpPr>
        <p:spPr>
          <a:xfrm>
            <a:off x="866775" y="1301140"/>
            <a:ext cx="5429250" cy="294172"/>
          </a:xfrm>
          <a:prstGeom prst="rect">
            <a:avLst/>
          </a:prstGeom>
        </p:spPr>
        <p:txBody>
          <a:bodyPr vert="horz" wrap="square" lIns="0" tIns="1713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689">
              <a:lnSpc>
                <a:spcPct val="100000"/>
              </a:lnSpc>
              <a:spcBef>
                <a:spcPts val="135"/>
              </a:spcBef>
            </a:pPr>
            <a:endParaRPr lang="en-US" sz="179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8863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712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6AC6E349-3004-4AA6-BF84-80D962643EB7}"/>
              </a:ext>
            </a:extLst>
          </p:cNvPr>
          <p:cNvSpPr/>
          <p:nvPr userDrawn="1"/>
        </p:nvSpPr>
        <p:spPr>
          <a:xfrm>
            <a:off x="-13054" y="-18470"/>
            <a:ext cx="12214939" cy="6894943"/>
          </a:xfrm>
          <a:custGeom>
            <a:avLst/>
            <a:gdLst/>
            <a:ahLst/>
            <a:cxnLst/>
            <a:rect l="l" t="t" r="r" b="b"/>
            <a:pathLst>
              <a:path w="11518265" h="6464935">
                <a:moveTo>
                  <a:pt x="11518214" y="0"/>
                </a:moveTo>
                <a:lnTo>
                  <a:pt x="0" y="0"/>
                </a:lnTo>
                <a:lnTo>
                  <a:pt x="0" y="6464579"/>
                </a:lnTo>
                <a:lnTo>
                  <a:pt x="11518214" y="6464579"/>
                </a:lnTo>
                <a:lnTo>
                  <a:pt x="11518214" y="0"/>
                </a:lnTo>
                <a:close/>
              </a:path>
            </a:pathLst>
          </a:custGeom>
          <a:solidFill>
            <a:srgbClr val="E6E7E8"/>
          </a:solidFill>
        </p:spPr>
        <p:txBody>
          <a:bodyPr wrap="square" lIns="0" tIns="0" rIns="0" bIns="0" rtlCol="0"/>
          <a:lstStyle/>
          <a:p>
            <a:endParaRPr sz="1900"/>
          </a:p>
        </p:txBody>
      </p:sp>
      <p:grpSp>
        <p:nvGrpSpPr>
          <p:cNvPr id="10" name="object 3">
            <a:extLst>
              <a:ext uri="{FF2B5EF4-FFF2-40B4-BE49-F238E27FC236}">
                <a16:creationId xmlns:a16="http://schemas.microsoft.com/office/drawing/2014/main" id="{C7849E1C-0F66-4D70-91AF-245EAEA77A5E}"/>
              </a:ext>
            </a:extLst>
          </p:cNvPr>
          <p:cNvGrpSpPr/>
          <p:nvPr userDrawn="1"/>
        </p:nvGrpSpPr>
        <p:grpSpPr>
          <a:xfrm>
            <a:off x="-109" y="1680"/>
            <a:ext cx="12189044" cy="6854642"/>
            <a:chOff x="-31750" y="0"/>
            <a:chExt cx="11526162" cy="64801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CC6085B-556F-4B48-8003-B5DB74C2C205}"/>
                </a:ext>
              </a:extLst>
            </p:cNvPr>
            <p:cNvSpPr/>
            <p:nvPr/>
          </p:nvSpPr>
          <p:spPr>
            <a:xfrm>
              <a:off x="6560463" y="1169"/>
              <a:ext cx="4933949" cy="4933950"/>
            </a:xfrm>
            <a:custGeom>
              <a:avLst/>
              <a:gdLst/>
              <a:ahLst/>
              <a:cxnLst/>
              <a:rect l="l" t="t" r="r" b="b"/>
              <a:pathLst>
                <a:path w="4933950" h="4933950">
                  <a:moveTo>
                    <a:pt x="4933784" y="0"/>
                  </a:moveTo>
                  <a:lnTo>
                    <a:pt x="0" y="0"/>
                  </a:lnTo>
                  <a:lnTo>
                    <a:pt x="231" y="48315"/>
                  </a:lnTo>
                  <a:lnTo>
                    <a:pt x="925" y="96520"/>
                  </a:lnTo>
                  <a:lnTo>
                    <a:pt x="2078" y="144613"/>
                  </a:lnTo>
                  <a:lnTo>
                    <a:pt x="3689" y="192590"/>
                  </a:lnTo>
                  <a:lnTo>
                    <a:pt x="5756" y="240451"/>
                  </a:lnTo>
                  <a:lnTo>
                    <a:pt x="8277" y="288193"/>
                  </a:lnTo>
                  <a:lnTo>
                    <a:pt x="11248" y="335814"/>
                  </a:lnTo>
                  <a:lnTo>
                    <a:pt x="14669" y="383312"/>
                  </a:lnTo>
                  <a:lnTo>
                    <a:pt x="18538" y="430685"/>
                  </a:lnTo>
                  <a:lnTo>
                    <a:pt x="22851" y="477931"/>
                  </a:lnTo>
                  <a:lnTo>
                    <a:pt x="27607" y="525047"/>
                  </a:lnTo>
                  <a:lnTo>
                    <a:pt x="32805" y="572031"/>
                  </a:lnTo>
                  <a:lnTo>
                    <a:pt x="38441" y="618882"/>
                  </a:lnTo>
                  <a:lnTo>
                    <a:pt x="44513" y="665597"/>
                  </a:lnTo>
                  <a:lnTo>
                    <a:pt x="51021" y="712174"/>
                  </a:lnTo>
                  <a:lnTo>
                    <a:pt x="57960" y="758611"/>
                  </a:lnTo>
                  <a:lnTo>
                    <a:pt x="65331" y="804907"/>
                  </a:lnTo>
                  <a:lnTo>
                    <a:pt x="73129" y="851058"/>
                  </a:lnTo>
                  <a:lnTo>
                    <a:pt x="81354" y="897063"/>
                  </a:lnTo>
                  <a:lnTo>
                    <a:pt x="90002" y="942919"/>
                  </a:lnTo>
                  <a:lnTo>
                    <a:pt x="99073" y="988625"/>
                  </a:lnTo>
                  <a:lnTo>
                    <a:pt x="108563" y="1034178"/>
                  </a:lnTo>
                  <a:lnTo>
                    <a:pt x="118471" y="1079577"/>
                  </a:lnTo>
                  <a:lnTo>
                    <a:pt x="128795" y="1124819"/>
                  </a:lnTo>
                  <a:lnTo>
                    <a:pt x="139533" y="1169902"/>
                  </a:lnTo>
                  <a:lnTo>
                    <a:pt x="150681" y="1214824"/>
                  </a:lnTo>
                  <a:lnTo>
                    <a:pt x="162240" y="1259583"/>
                  </a:lnTo>
                  <a:lnTo>
                    <a:pt x="174205" y="1304177"/>
                  </a:lnTo>
                  <a:lnTo>
                    <a:pt x="186575" y="1348603"/>
                  </a:lnTo>
                  <a:lnTo>
                    <a:pt x="199349" y="1392860"/>
                  </a:lnTo>
                  <a:lnTo>
                    <a:pt x="212523" y="1436946"/>
                  </a:lnTo>
                  <a:lnTo>
                    <a:pt x="226096" y="1480858"/>
                  </a:lnTo>
                  <a:lnTo>
                    <a:pt x="240066" y="1524594"/>
                  </a:lnTo>
                  <a:lnTo>
                    <a:pt x="254431" y="1568152"/>
                  </a:lnTo>
                  <a:lnTo>
                    <a:pt x="269188" y="1611531"/>
                  </a:lnTo>
                  <a:lnTo>
                    <a:pt x="284335" y="1654727"/>
                  </a:lnTo>
                  <a:lnTo>
                    <a:pt x="299871" y="1697739"/>
                  </a:lnTo>
                  <a:lnTo>
                    <a:pt x="315793" y="1740565"/>
                  </a:lnTo>
                  <a:lnTo>
                    <a:pt x="332099" y="1783203"/>
                  </a:lnTo>
                  <a:lnTo>
                    <a:pt x="348786" y="1825650"/>
                  </a:lnTo>
                  <a:lnTo>
                    <a:pt x="365854" y="1867905"/>
                  </a:lnTo>
                  <a:lnTo>
                    <a:pt x="383300" y="1909965"/>
                  </a:lnTo>
                  <a:lnTo>
                    <a:pt x="401121" y="1951828"/>
                  </a:lnTo>
                  <a:lnTo>
                    <a:pt x="419315" y="1993492"/>
                  </a:lnTo>
                  <a:lnTo>
                    <a:pt x="437882" y="2034955"/>
                  </a:lnTo>
                  <a:lnTo>
                    <a:pt x="456817" y="2076215"/>
                  </a:lnTo>
                  <a:lnTo>
                    <a:pt x="476120" y="2117271"/>
                  </a:lnTo>
                  <a:lnTo>
                    <a:pt x="495788" y="2158118"/>
                  </a:lnTo>
                  <a:lnTo>
                    <a:pt x="515819" y="2198757"/>
                  </a:lnTo>
                  <a:lnTo>
                    <a:pt x="536210" y="2239183"/>
                  </a:lnTo>
                  <a:lnTo>
                    <a:pt x="556961" y="2279397"/>
                  </a:lnTo>
                  <a:lnTo>
                    <a:pt x="578068" y="2319394"/>
                  </a:lnTo>
                  <a:lnTo>
                    <a:pt x="599530" y="2359174"/>
                  </a:lnTo>
                  <a:lnTo>
                    <a:pt x="621345" y="2398734"/>
                  </a:lnTo>
                  <a:lnTo>
                    <a:pt x="643510" y="2438071"/>
                  </a:lnTo>
                  <a:lnTo>
                    <a:pt x="666023" y="2477185"/>
                  </a:lnTo>
                  <a:lnTo>
                    <a:pt x="688882" y="2516072"/>
                  </a:lnTo>
                  <a:lnTo>
                    <a:pt x="712086" y="2554731"/>
                  </a:lnTo>
                  <a:lnTo>
                    <a:pt x="735631" y="2593160"/>
                  </a:lnTo>
                  <a:lnTo>
                    <a:pt x="759516" y="2631356"/>
                  </a:lnTo>
                  <a:lnTo>
                    <a:pt x="783739" y="2669317"/>
                  </a:lnTo>
                  <a:lnTo>
                    <a:pt x="808298" y="2707042"/>
                  </a:lnTo>
                  <a:lnTo>
                    <a:pt x="833190" y="2744528"/>
                  </a:lnTo>
                  <a:lnTo>
                    <a:pt x="858414" y="2781773"/>
                  </a:lnTo>
                  <a:lnTo>
                    <a:pt x="883967" y="2818774"/>
                  </a:lnTo>
                  <a:lnTo>
                    <a:pt x="909848" y="2855531"/>
                  </a:lnTo>
                  <a:lnTo>
                    <a:pt x="936053" y="2892040"/>
                  </a:lnTo>
                  <a:lnTo>
                    <a:pt x="962582" y="2928300"/>
                  </a:lnTo>
                  <a:lnTo>
                    <a:pt x="989431" y="2964309"/>
                  </a:lnTo>
                  <a:lnTo>
                    <a:pt x="1016600" y="3000063"/>
                  </a:lnTo>
                  <a:lnTo>
                    <a:pt x="1044085" y="3035563"/>
                  </a:lnTo>
                  <a:lnTo>
                    <a:pt x="1071884" y="3070804"/>
                  </a:lnTo>
                  <a:lnTo>
                    <a:pt x="1099997" y="3105785"/>
                  </a:lnTo>
                  <a:lnTo>
                    <a:pt x="1128419" y="3140505"/>
                  </a:lnTo>
                  <a:lnTo>
                    <a:pt x="1157150" y="3174960"/>
                  </a:lnTo>
                  <a:lnTo>
                    <a:pt x="1186187" y="3209149"/>
                  </a:lnTo>
                  <a:lnTo>
                    <a:pt x="1215529" y="3243070"/>
                  </a:lnTo>
                  <a:lnTo>
                    <a:pt x="1245172" y="3276720"/>
                  </a:lnTo>
                  <a:lnTo>
                    <a:pt x="1275115" y="3310098"/>
                  </a:lnTo>
                  <a:lnTo>
                    <a:pt x="1305356" y="3343201"/>
                  </a:lnTo>
                  <a:lnTo>
                    <a:pt x="1335893" y="3376027"/>
                  </a:lnTo>
                  <a:lnTo>
                    <a:pt x="1366723" y="3408575"/>
                  </a:lnTo>
                  <a:lnTo>
                    <a:pt x="1397845" y="3440842"/>
                  </a:lnTo>
                  <a:lnTo>
                    <a:pt x="1429256" y="3472825"/>
                  </a:lnTo>
                  <a:lnTo>
                    <a:pt x="1460954" y="3504524"/>
                  </a:lnTo>
                  <a:lnTo>
                    <a:pt x="1492937" y="3535935"/>
                  </a:lnTo>
                  <a:lnTo>
                    <a:pt x="1525204" y="3567056"/>
                  </a:lnTo>
                  <a:lnTo>
                    <a:pt x="1557751" y="3597887"/>
                  </a:lnTo>
                  <a:lnTo>
                    <a:pt x="1590578" y="3628423"/>
                  </a:lnTo>
                  <a:lnTo>
                    <a:pt x="1623681" y="3658664"/>
                  </a:lnTo>
                  <a:lnTo>
                    <a:pt x="1657059" y="3688608"/>
                  </a:lnTo>
                  <a:lnTo>
                    <a:pt x="1690709" y="3718251"/>
                  </a:lnTo>
                  <a:lnTo>
                    <a:pt x="1724630" y="3747592"/>
                  </a:lnTo>
                  <a:lnTo>
                    <a:pt x="1758819" y="3776629"/>
                  </a:lnTo>
                  <a:lnTo>
                    <a:pt x="1793274" y="3805360"/>
                  </a:lnTo>
                  <a:lnTo>
                    <a:pt x="1827993" y="3833783"/>
                  </a:lnTo>
                  <a:lnTo>
                    <a:pt x="1862975" y="3861895"/>
                  </a:lnTo>
                  <a:lnTo>
                    <a:pt x="1898216" y="3889695"/>
                  </a:lnTo>
                  <a:lnTo>
                    <a:pt x="1933715" y="3917180"/>
                  </a:lnTo>
                  <a:lnTo>
                    <a:pt x="1969470" y="3944349"/>
                  </a:lnTo>
                  <a:lnTo>
                    <a:pt x="2005478" y="3971198"/>
                  </a:lnTo>
                  <a:lnTo>
                    <a:pt x="2041738" y="3997727"/>
                  </a:lnTo>
                  <a:lnTo>
                    <a:pt x="2078247" y="4023933"/>
                  </a:lnTo>
                  <a:lnTo>
                    <a:pt x="2115004" y="4049813"/>
                  </a:lnTo>
                  <a:lnTo>
                    <a:pt x="2152006" y="4075366"/>
                  </a:lnTo>
                  <a:lnTo>
                    <a:pt x="2189250" y="4100590"/>
                  </a:lnTo>
                  <a:lnTo>
                    <a:pt x="2226736" y="4125483"/>
                  </a:lnTo>
                  <a:lnTo>
                    <a:pt x="2264461" y="4150041"/>
                  </a:lnTo>
                  <a:lnTo>
                    <a:pt x="2302422" y="4174265"/>
                  </a:lnTo>
                  <a:lnTo>
                    <a:pt x="2340618" y="4198150"/>
                  </a:lnTo>
                  <a:lnTo>
                    <a:pt x="2379047" y="4221695"/>
                  </a:lnTo>
                  <a:lnTo>
                    <a:pt x="2417706" y="4244899"/>
                  </a:lnTo>
                  <a:lnTo>
                    <a:pt x="2456593" y="4267758"/>
                  </a:lnTo>
                  <a:lnTo>
                    <a:pt x="2495707" y="4290272"/>
                  </a:lnTo>
                  <a:lnTo>
                    <a:pt x="2535045" y="4312436"/>
                  </a:lnTo>
                  <a:lnTo>
                    <a:pt x="2574604" y="4334251"/>
                  </a:lnTo>
                  <a:lnTo>
                    <a:pt x="2614384" y="4355713"/>
                  </a:lnTo>
                  <a:lnTo>
                    <a:pt x="2654382" y="4376820"/>
                  </a:lnTo>
                  <a:lnTo>
                    <a:pt x="2694595" y="4397571"/>
                  </a:lnTo>
                  <a:lnTo>
                    <a:pt x="2735022" y="4417963"/>
                  </a:lnTo>
                  <a:lnTo>
                    <a:pt x="2775660" y="4437994"/>
                  </a:lnTo>
                  <a:lnTo>
                    <a:pt x="2816508" y="4457662"/>
                  </a:lnTo>
                  <a:lnTo>
                    <a:pt x="2857563" y="4476965"/>
                  </a:lnTo>
                  <a:lnTo>
                    <a:pt x="2898823" y="4495900"/>
                  </a:lnTo>
                  <a:lnTo>
                    <a:pt x="2940287" y="4514467"/>
                  </a:lnTo>
                  <a:lnTo>
                    <a:pt x="2981951" y="4532661"/>
                  </a:lnTo>
                  <a:lnTo>
                    <a:pt x="3023814" y="4550482"/>
                  </a:lnTo>
                  <a:lnTo>
                    <a:pt x="3065874" y="4567928"/>
                  </a:lnTo>
                  <a:lnTo>
                    <a:pt x="3108129" y="4584996"/>
                  </a:lnTo>
                  <a:lnTo>
                    <a:pt x="3150576" y="4601684"/>
                  </a:lnTo>
                  <a:lnTo>
                    <a:pt x="3193214" y="4617990"/>
                  </a:lnTo>
                  <a:lnTo>
                    <a:pt x="3236040" y="4633912"/>
                  </a:lnTo>
                  <a:lnTo>
                    <a:pt x="3279052" y="4649447"/>
                  </a:lnTo>
                  <a:lnTo>
                    <a:pt x="3322248" y="4664595"/>
                  </a:lnTo>
                  <a:lnTo>
                    <a:pt x="3365627" y="4679352"/>
                  </a:lnTo>
                  <a:lnTo>
                    <a:pt x="3409185" y="4693716"/>
                  </a:lnTo>
                  <a:lnTo>
                    <a:pt x="3452921" y="4707686"/>
                  </a:lnTo>
                  <a:lnTo>
                    <a:pt x="3496833" y="4721260"/>
                  </a:lnTo>
                  <a:lnTo>
                    <a:pt x="3540919" y="4734434"/>
                  </a:lnTo>
                  <a:lnTo>
                    <a:pt x="3585176" y="4747208"/>
                  </a:lnTo>
                  <a:lnTo>
                    <a:pt x="3629603" y="4759578"/>
                  </a:lnTo>
                  <a:lnTo>
                    <a:pt x="3674196" y="4771544"/>
                  </a:lnTo>
                  <a:lnTo>
                    <a:pt x="3718955" y="4783102"/>
                  </a:lnTo>
                  <a:lnTo>
                    <a:pt x="3763878" y="4794251"/>
                  </a:lnTo>
                  <a:lnTo>
                    <a:pt x="3808961" y="4804988"/>
                  </a:lnTo>
                  <a:lnTo>
                    <a:pt x="3854203" y="4815312"/>
                  </a:lnTo>
                  <a:lnTo>
                    <a:pt x="3899602" y="4825220"/>
                  </a:lnTo>
                  <a:lnTo>
                    <a:pt x="3945155" y="4834711"/>
                  </a:lnTo>
                  <a:lnTo>
                    <a:pt x="3990861" y="4843781"/>
                  </a:lnTo>
                  <a:lnTo>
                    <a:pt x="4036718" y="4852430"/>
                  </a:lnTo>
                  <a:lnTo>
                    <a:pt x="4082723" y="4860655"/>
                  </a:lnTo>
                  <a:lnTo>
                    <a:pt x="4128874" y="4868453"/>
                  </a:lnTo>
                  <a:lnTo>
                    <a:pt x="4175169" y="4875823"/>
                  </a:lnTo>
                  <a:lnTo>
                    <a:pt x="4221607" y="4882763"/>
                  </a:lnTo>
                  <a:lnTo>
                    <a:pt x="4268184" y="4889270"/>
                  </a:lnTo>
                  <a:lnTo>
                    <a:pt x="4314900" y="4895343"/>
                  </a:lnTo>
                  <a:lnTo>
                    <a:pt x="4361751" y="4900979"/>
                  </a:lnTo>
                  <a:lnTo>
                    <a:pt x="4408735" y="4906176"/>
                  </a:lnTo>
                  <a:lnTo>
                    <a:pt x="4455851" y="4910933"/>
                  </a:lnTo>
                  <a:lnTo>
                    <a:pt x="4503097" y="4915246"/>
                  </a:lnTo>
                  <a:lnTo>
                    <a:pt x="4550470" y="4919115"/>
                  </a:lnTo>
                  <a:lnTo>
                    <a:pt x="4597968" y="4922536"/>
                  </a:lnTo>
                  <a:lnTo>
                    <a:pt x="4645589" y="4925507"/>
                  </a:lnTo>
                  <a:lnTo>
                    <a:pt x="4693331" y="4928028"/>
                  </a:lnTo>
                  <a:lnTo>
                    <a:pt x="4741193" y="4930094"/>
                  </a:lnTo>
                  <a:lnTo>
                    <a:pt x="4789171" y="4931706"/>
                  </a:lnTo>
                  <a:lnTo>
                    <a:pt x="4837263" y="4932859"/>
                  </a:lnTo>
                  <a:lnTo>
                    <a:pt x="4885469" y="4933553"/>
                  </a:lnTo>
                  <a:lnTo>
                    <a:pt x="4933784" y="4933784"/>
                  </a:lnTo>
                  <a:lnTo>
                    <a:pt x="4933784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 sz="190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880426D5-EB93-496E-916E-0DA7201A129E}"/>
                </a:ext>
              </a:extLst>
            </p:cNvPr>
            <p:cNvSpPr/>
            <p:nvPr/>
          </p:nvSpPr>
          <p:spPr>
            <a:xfrm>
              <a:off x="6560463" y="1169"/>
              <a:ext cx="4933949" cy="4933950"/>
            </a:xfrm>
            <a:custGeom>
              <a:avLst/>
              <a:gdLst/>
              <a:ahLst/>
              <a:cxnLst/>
              <a:rect l="l" t="t" r="r" b="b"/>
              <a:pathLst>
                <a:path w="4933950" h="4933950">
                  <a:moveTo>
                    <a:pt x="0" y="0"/>
                  </a:moveTo>
                  <a:lnTo>
                    <a:pt x="231" y="48315"/>
                  </a:lnTo>
                  <a:lnTo>
                    <a:pt x="925" y="96520"/>
                  </a:lnTo>
                  <a:lnTo>
                    <a:pt x="2078" y="144613"/>
                  </a:lnTo>
                  <a:lnTo>
                    <a:pt x="3689" y="192590"/>
                  </a:lnTo>
                  <a:lnTo>
                    <a:pt x="5756" y="240451"/>
                  </a:lnTo>
                  <a:lnTo>
                    <a:pt x="8277" y="288193"/>
                  </a:lnTo>
                  <a:lnTo>
                    <a:pt x="11248" y="335814"/>
                  </a:lnTo>
                  <a:lnTo>
                    <a:pt x="14669" y="383312"/>
                  </a:lnTo>
                  <a:lnTo>
                    <a:pt x="18538" y="430685"/>
                  </a:lnTo>
                  <a:lnTo>
                    <a:pt x="22851" y="477931"/>
                  </a:lnTo>
                  <a:lnTo>
                    <a:pt x="27607" y="525047"/>
                  </a:lnTo>
                  <a:lnTo>
                    <a:pt x="32805" y="572031"/>
                  </a:lnTo>
                  <a:lnTo>
                    <a:pt x="38441" y="618882"/>
                  </a:lnTo>
                  <a:lnTo>
                    <a:pt x="44513" y="665597"/>
                  </a:lnTo>
                  <a:lnTo>
                    <a:pt x="51021" y="712174"/>
                  </a:lnTo>
                  <a:lnTo>
                    <a:pt x="57960" y="758611"/>
                  </a:lnTo>
                  <a:lnTo>
                    <a:pt x="65331" y="804907"/>
                  </a:lnTo>
                  <a:lnTo>
                    <a:pt x="73129" y="851058"/>
                  </a:lnTo>
                  <a:lnTo>
                    <a:pt x="81354" y="897063"/>
                  </a:lnTo>
                  <a:lnTo>
                    <a:pt x="90002" y="942919"/>
                  </a:lnTo>
                  <a:lnTo>
                    <a:pt x="99073" y="988625"/>
                  </a:lnTo>
                  <a:lnTo>
                    <a:pt x="108563" y="1034178"/>
                  </a:lnTo>
                  <a:lnTo>
                    <a:pt x="118471" y="1079577"/>
                  </a:lnTo>
                  <a:lnTo>
                    <a:pt x="128795" y="1124819"/>
                  </a:lnTo>
                  <a:lnTo>
                    <a:pt x="139533" y="1169902"/>
                  </a:lnTo>
                  <a:lnTo>
                    <a:pt x="150681" y="1214824"/>
                  </a:lnTo>
                  <a:lnTo>
                    <a:pt x="162240" y="1259583"/>
                  </a:lnTo>
                  <a:lnTo>
                    <a:pt x="174205" y="1304177"/>
                  </a:lnTo>
                  <a:lnTo>
                    <a:pt x="186575" y="1348603"/>
                  </a:lnTo>
                  <a:lnTo>
                    <a:pt x="199349" y="1392860"/>
                  </a:lnTo>
                  <a:lnTo>
                    <a:pt x="212523" y="1436946"/>
                  </a:lnTo>
                  <a:lnTo>
                    <a:pt x="226096" y="1480858"/>
                  </a:lnTo>
                  <a:lnTo>
                    <a:pt x="240066" y="1524594"/>
                  </a:lnTo>
                  <a:lnTo>
                    <a:pt x="254431" y="1568152"/>
                  </a:lnTo>
                  <a:lnTo>
                    <a:pt x="269188" y="1611531"/>
                  </a:lnTo>
                  <a:lnTo>
                    <a:pt x="284335" y="1654727"/>
                  </a:lnTo>
                  <a:lnTo>
                    <a:pt x="299871" y="1697739"/>
                  </a:lnTo>
                  <a:lnTo>
                    <a:pt x="315793" y="1740565"/>
                  </a:lnTo>
                  <a:lnTo>
                    <a:pt x="332099" y="1783203"/>
                  </a:lnTo>
                  <a:lnTo>
                    <a:pt x="348786" y="1825650"/>
                  </a:lnTo>
                  <a:lnTo>
                    <a:pt x="365854" y="1867905"/>
                  </a:lnTo>
                  <a:lnTo>
                    <a:pt x="383300" y="1909965"/>
                  </a:lnTo>
                  <a:lnTo>
                    <a:pt x="401121" y="1951828"/>
                  </a:lnTo>
                  <a:lnTo>
                    <a:pt x="419315" y="1993492"/>
                  </a:lnTo>
                  <a:lnTo>
                    <a:pt x="437882" y="2034955"/>
                  </a:lnTo>
                  <a:lnTo>
                    <a:pt x="456817" y="2076215"/>
                  </a:lnTo>
                  <a:lnTo>
                    <a:pt x="476120" y="2117271"/>
                  </a:lnTo>
                  <a:lnTo>
                    <a:pt x="495788" y="2158118"/>
                  </a:lnTo>
                  <a:lnTo>
                    <a:pt x="515819" y="2198757"/>
                  </a:lnTo>
                  <a:lnTo>
                    <a:pt x="536210" y="2239183"/>
                  </a:lnTo>
                  <a:lnTo>
                    <a:pt x="556961" y="2279397"/>
                  </a:lnTo>
                  <a:lnTo>
                    <a:pt x="578068" y="2319394"/>
                  </a:lnTo>
                  <a:lnTo>
                    <a:pt x="599530" y="2359174"/>
                  </a:lnTo>
                  <a:lnTo>
                    <a:pt x="621345" y="2398734"/>
                  </a:lnTo>
                  <a:lnTo>
                    <a:pt x="643510" y="2438071"/>
                  </a:lnTo>
                  <a:lnTo>
                    <a:pt x="666023" y="2477185"/>
                  </a:lnTo>
                  <a:lnTo>
                    <a:pt x="688882" y="2516072"/>
                  </a:lnTo>
                  <a:lnTo>
                    <a:pt x="712086" y="2554731"/>
                  </a:lnTo>
                  <a:lnTo>
                    <a:pt x="735631" y="2593160"/>
                  </a:lnTo>
                  <a:lnTo>
                    <a:pt x="759516" y="2631356"/>
                  </a:lnTo>
                  <a:lnTo>
                    <a:pt x="783739" y="2669317"/>
                  </a:lnTo>
                  <a:lnTo>
                    <a:pt x="808298" y="2707042"/>
                  </a:lnTo>
                  <a:lnTo>
                    <a:pt x="833190" y="2744528"/>
                  </a:lnTo>
                  <a:lnTo>
                    <a:pt x="858414" y="2781773"/>
                  </a:lnTo>
                  <a:lnTo>
                    <a:pt x="883967" y="2818774"/>
                  </a:lnTo>
                  <a:lnTo>
                    <a:pt x="909848" y="2855531"/>
                  </a:lnTo>
                  <a:lnTo>
                    <a:pt x="936053" y="2892040"/>
                  </a:lnTo>
                  <a:lnTo>
                    <a:pt x="962582" y="2928300"/>
                  </a:lnTo>
                  <a:lnTo>
                    <a:pt x="989431" y="2964309"/>
                  </a:lnTo>
                  <a:lnTo>
                    <a:pt x="1016600" y="3000063"/>
                  </a:lnTo>
                  <a:lnTo>
                    <a:pt x="1044085" y="3035563"/>
                  </a:lnTo>
                  <a:lnTo>
                    <a:pt x="1071884" y="3070804"/>
                  </a:lnTo>
                  <a:lnTo>
                    <a:pt x="1099997" y="3105785"/>
                  </a:lnTo>
                  <a:lnTo>
                    <a:pt x="1128419" y="3140505"/>
                  </a:lnTo>
                  <a:lnTo>
                    <a:pt x="1157150" y="3174960"/>
                  </a:lnTo>
                  <a:lnTo>
                    <a:pt x="1186187" y="3209149"/>
                  </a:lnTo>
                  <a:lnTo>
                    <a:pt x="1215529" y="3243070"/>
                  </a:lnTo>
                  <a:lnTo>
                    <a:pt x="1245172" y="3276720"/>
                  </a:lnTo>
                  <a:lnTo>
                    <a:pt x="1275115" y="3310098"/>
                  </a:lnTo>
                  <a:lnTo>
                    <a:pt x="1305356" y="3343201"/>
                  </a:lnTo>
                  <a:lnTo>
                    <a:pt x="1335893" y="3376027"/>
                  </a:lnTo>
                  <a:lnTo>
                    <a:pt x="1366723" y="3408575"/>
                  </a:lnTo>
                  <a:lnTo>
                    <a:pt x="1397845" y="3440842"/>
                  </a:lnTo>
                  <a:lnTo>
                    <a:pt x="1429256" y="3472825"/>
                  </a:lnTo>
                  <a:lnTo>
                    <a:pt x="1460954" y="3504524"/>
                  </a:lnTo>
                  <a:lnTo>
                    <a:pt x="1492937" y="3535935"/>
                  </a:lnTo>
                  <a:lnTo>
                    <a:pt x="1525204" y="3567056"/>
                  </a:lnTo>
                  <a:lnTo>
                    <a:pt x="1557751" y="3597887"/>
                  </a:lnTo>
                  <a:lnTo>
                    <a:pt x="1590578" y="3628423"/>
                  </a:lnTo>
                  <a:lnTo>
                    <a:pt x="1623681" y="3658664"/>
                  </a:lnTo>
                  <a:lnTo>
                    <a:pt x="1657059" y="3688608"/>
                  </a:lnTo>
                  <a:lnTo>
                    <a:pt x="1690709" y="3718251"/>
                  </a:lnTo>
                  <a:lnTo>
                    <a:pt x="1724630" y="3747592"/>
                  </a:lnTo>
                  <a:lnTo>
                    <a:pt x="1758819" y="3776629"/>
                  </a:lnTo>
                  <a:lnTo>
                    <a:pt x="1793274" y="3805360"/>
                  </a:lnTo>
                  <a:lnTo>
                    <a:pt x="1827993" y="3833783"/>
                  </a:lnTo>
                  <a:lnTo>
                    <a:pt x="1862975" y="3861895"/>
                  </a:lnTo>
                  <a:lnTo>
                    <a:pt x="1898216" y="3889695"/>
                  </a:lnTo>
                  <a:lnTo>
                    <a:pt x="1933715" y="3917180"/>
                  </a:lnTo>
                  <a:lnTo>
                    <a:pt x="1969470" y="3944349"/>
                  </a:lnTo>
                  <a:lnTo>
                    <a:pt x="2005478" y="3971198"/>
                  </a:lnTo>
                  <a:lnTo>
                    <a:pt x="2041738" y="3997727"/>
                  </a:lnTo>
                  <a:lnTo>
                    <a:pt x="2078247" y="4023933"/>
                  </a:lnTo>
                  <a:lnTo>
                    <a:pt x="2115004" y="4049813"/>
                  </a:lnTo>
                  <a:lnTo>
                    <a:pt x="2152006" y="4075366"/>
                  </a:lnTo>
                  <a:lnTo>
                    <a:pt x="2189250" y="4100590"/>
                  </a:lnTo>
                  <a:lnTo>
                    <a:pt x="2226736" y="4125483"/>
                  </a:lnTo>
                  <a:lnTo>
                    <a:pt x="2264461" y="4150041"/>
                  </a:lnTo>
                  <a:lnTo>
                    <a:pt x="2302422" y="4174265"/>
                  </a:lnTo>
                  <a:lnTo>
                    <a:pt x="2340618" y="4198150"/>
                  </a:lnTo>
                  <a:lnTo>
                    <a:pt x="2379047" y="4221695"/>
                  </a:lnTo>
                  <a:lnTo>
                    <a:pt x="2417706" y="4244899"/>
                  </a:lnTo>
                  <a:lnTo>
                    <a:pt x="2456593" y="4267758"/>
                  </a:lnTo>
                  <a:lnTo>
                    <a:pt x="2495707" y="4290272"/>
                  </a:lnTo>
                  <a:lnTo>
                    <a:pt x="2535045" y="4312436"/>
                  </a:lnTo>
                  <a:lnTo>
                    <a:pt x="2574604" y="4334251"/>
                  </a:lnTo>
                  <a:lnTo>
                    <a:pt x="2614384" y="4355713"/>
                  </a:lnTo>
                  <a:lnTo>
                    <a:pt x="2654382" y="4376820"/>
                  </a:lnTo>
                  <a:lnTo>
                    <a:pt x="2694595" y="4397571"/>
                  </a:lnTo>
                  <a:lnTo>
                    <a:pt x="2735022" y="4417963"/>
                  </a:lnTo>
                  <a:lnTo>
                    <a:pt x="2775660" y="4437994"/>
                  </a:lnTo>
                  <a:lnTo>
                    <a:pt x="2816508" y="4457662"/>
                  </a:lnTo>
                  <a:lnTo>
                    <a:pt x="2857563" y="4476965"/>
                  </a:lnTo>
                  <a:lnTo>
                    <a:pt x="2898823" y="4495900"/>
                  </a:lnTo>
                  <a:lnTo>
                    <a:pt x="2940287" y="4514467"/>
                  </a:lnTo>
                  <a:lnTo>
                    <a:pt x="2981951" y="4532661"/>
                  </a:lnTo>
                  <a:lnTo>
                    <a:pt x="3023814" y="4550482"/>
                  </a:lnTo>
                  <a:lnTo>
                    <a:pt x="3065874" y="4567928"/>
                  </a:lnTo>
                  <a:lnTo>
                    <a:pt x="3108129" y="4584996"/>
                  </a:lnTo>
                  <a:lnTo>
                    <a:pt x="3150576" y="4601684"/>
                  </a:lnTo>
                  <a:lnTo>
                    <a:pt x="3193214" y="4617990"/>
                  </a:lnTo>
                  <a:lnTo>
                    <a:pt x="3236040" y="4633912"/>
                  </a:lnTo>
                  <a:lnTo>
                    <a:pt x="3279052" y="4649447"/>
                  </a:lnTo>
                  <a:lnTo>
                    <a:pt x="3322248" y="4664595"/>
                  </a:lnTo>
                  <a:lnTo>
                    <a:pt x="3365627" y="4679352"/>
                  </a:lnTo>
                  <a:lnTo>
                    <a:pt x="3409185" y="4693716"/>
                  </a:lnTo>
                  <a:lnTo>
                    <a:pt x="3452921" y="4707686"/>
                  </a:lnTo>
                  <a:lnTo>
                    <a:pt x="3496833" y="4721260"/>
                  </a:lnTo>
                  <a:lnTo>
                    <a:pt x="3540919" y="4734434"/>
                  </a:lnTo>
                  <a:lnTo>
                    <a:pt x="3585176" y="4747208"/>
                  </a:lnTo>
                  <a:lnTo>
                    <a:pt x="3629603" y="4759578"/>
                  </a:lnTo>
                  <a:lnTo>
                    <a:pt x="3674196" y="4771544"/>
                  </a:lnTo>
                  <a:lnTo>
                    <a:pt x="3718955" y="4783102"/>
                  </a:lnTo>
                  <a:lnTo>
                    <a:pt x="3763878" y="4794251"/>
                  </a:lnTo>
                  <a:lnTo>
                    <a:pt x="3808961" y="4804988"/>
                  </a:lnTo>
                  <a:lnTo>
                    <a:pt x="3854203" y="4815312"/>
                  </a:lnTo>
                  <a:lnTo>
                    <a:pt x="3899602" y="4825220"/>
                  </a:lnTo>
                  <a:lnTo>
                    <a:pt x="3945155" y="4834711"/>
                  </a:lnTo>
                  <a:lnTo>
                    <a:pt x="3990861" y="4843781"/>
                  </a:lnTo>
                  <a:lnTo>
                    <a:pt x="4036718" y="4852430"/>
                  </a:lnTo>
                  <a:lnTo>
                    <a:pt x="4082723" y="4860655"/>
                  </a:lnTo>
                  <a:lnTo>
                    <a:pt x="4128874" y="4868453"/>
                  </a:lnTo>
                  <a:lnTo>
                    <a:pt x="4175169" y="4875823"/>
                  </a:lnTo>
                  <a:lnTo>
                    <a:pt x="4221607" y="4882763"/>
                  </a:lnTo>
                  <a:lnTo>
                    <a:pt x="4268184" y="4889270"/>
                  </a:lnTo>
                  <a:lnTo>
                    <a:pt x="4314900" y="4895343"/>
                  </a:lnTo>
                  <a:lnTo>
                    <a:pt x="4361751" y="4900979"/>
                  </a:lnTo>
                  <a:lnTo>
                    <a:pt x="4408735" y="4906176"/>
                  </a:lnTo>
                  <a:lnTo>
                    <a:pt x="4455851" y="4910933"/>
                  </a:lnTo>
                  <a:lnTo>
                    <a:pt x="4503097" y="4915246"/>
                  </a:lnTo>
                  <a:lnTo>
                    <a:pt x="4550470" y="4919115"/>
                  </a:lnTo>
                  <a:lnTo>
                    <a:pt x="4597968" y="4922536"/>
                  </a:lnTo>
                  <a:lnTo>
                    <a:pt x="4645589" y="4925507"/>
                  </a:lnTo>
                  <a:lnTo>
                    <a:pt x="4693331" y="4928028"/>
                  </a:lnTo>
                  <a:lnTo>
                    <a:pt x="4741193" y="4930094"/>
                  </a:lnTo>
                  <a:lnTo>
                    <a:pt x="4789171" y="4931706"/>
                  </a:lnTo>
                  <a:lnTo>
                    <a:pt x="4837263" y="4932859"/>
                  </a:lnTo>
                  <a:lnTo>
                    <a:pt x="4885469" y="4933553"/>
                  </a:lnTo>
                  <a:lnTo>
                    <a:pt x="4933784" y="4933784"/>
                  </a:lnTo>
                  <a:lnTo>
                    <a:pt x="4933784" y="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noFill/>
            </a:ln>
          </p:spPr>
          <p:txBody>
            <a:bodyPr wrap="square" lIns="0" tIns="0" rIns="0" bIns="0" rtlCol="0"/>
            <a:lstStyle/>
            <a:p>
              <a:endParaRPr sz="1900"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5C247CF3-6565-49E1-BB72-AF58E752674E}"/>
                </a:ext>
              </a:extLst>
            </p:cNvPr>
            <p:cNvSpPr/>
            <p:nvPr/>
          </p:nvSpPr>
          <p:spPr>
            <a:xfrm>
              <a:off x="-31750" y="0"/>
              <a:ext cx="6514465" cy="6480175"/>
            </a:xfrm>
            <a:custGeom>
              <a:avLst/>
              <a:gdLst/>
              <a:ahLst/>
              <a:cxnLst/>
              <a:rect l="l" t="t" r="r" b="b"/>
              <a:pathLst>
                <a:path w="6514465" h="6480175">
                  <a:moveTo>
                    <a:pt x="34277" y="0"/>
                  </a:moveTo>
                  <a:lnTo>
                    <a:pt x="0" y="0"/>
                  </a:lnTo>
                  <a:lnTo>
                    <a:pt x="0" y="6479997"/>
                  </a:lnTo>
                  <a:lnTo>
                    <a:pt x="6514274" y="6479997"/>
                  </a:lnTo>
                  <a:lnTo>
                    <a:pt x="34277" y="0"/>
                  </a:ln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txBody>
            <a:bodyPr wrap="square" lIns="0" tIns="0" rIns="0" bIns="0" rtlCol="0"/>
            <a:lstStyle/>
            <a:p>
              <a:endParaRPr sz="1900"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E3D3B717-1BFE-4679-AB2B-DEFF9F454272}"/>
                </a:ext>
              </a:extLst>
            </p:cNvPr>
            <p:cNvSpPr/>
            <p:nvPr/>
          </p:nvSpPr>
          <p:spPr>
            <a:xfrm>
              <a:off x="33845" y="0"/>
              <a:ext cx="6514465" cy="6480175"/>
            </a:xfrm>
            <a:custGeom>
              <a:avLst/>
              <a:gdLst/>
              <a:ahLst/>
              <a:cxnLst/>
              <a:rect l="l" t="t" r="r" b="b"/>
              <a:pathLst>
                <a:path w="6514465" h="6480175">
                  <a:moveTo>
                    <a:pt x="0" y="6479997"/>
                  </a:moveTo>
                  <a:lnTo>
                    <a:pt x="0" y="0"/>
                  </a:lnTo>
                </a:path>
                <a:path w="6514465" h="6480175">
                  <a:moveTo>
                    <a:pt x="34277" y="0"/>
                  </a:moveTo>
                  <a:lnTo>
                    <a:pt x="6514274" y="6479997"/>
                  </a:lnTo>
                </a:path>
              </a:pathLst>
            </a:custGeom>
            <a:ln w="25400">
              <a:noFill/>
            </a:ln>
          </p:spPr>
          <p:txBody>
            <a:bodyPr wrap="square" lIns="0" tIns="0" rIns="0" bIns="0" rtlCol="0"/>
            <a:lstStyle/>
            <a:p>
              <a:endParaRPr sz="1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53EC4C8-C23A-44C2-9DC9-7258EBF5EC0C}"/>
              </a:ext>
            </a:extLst>
          </p:cNvPr>
          <p:cNvSpPr txBox="1"/>
          <p:nvPr userDrawn="1"/>
        </p:nvSpPr>
        <p:spPr>
          <a:xfrm>
            <a:off x="20315" y="6541254"/>
            <a:ext cx="5349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 Regular"/>
                <a:cs typeface="Arial" panose="020B0604020202020204" pitchFamily="34" charset="0"/>
              </a:rPr>
              <a:t>Page </a:t>
            </a:r>
            <a:fld id="{B947F380-F5A3-EC4A-93F6-D4C42508984B}" type="slidenum">
              <a:rPr lang="en-US" sz="1200" smtClean="0">
                <a:latin typeface="Arial Regular"/>
                <a:cs typeface="Arial" panose="020B0604020202020204" pitchFamily="34" charset="0"/>
              </a:rPr>
              <a:t>‹#›</a:t>
            </a:fld>
            <a:r>
              <a:rPr lang="en-US" sz="1200">
                <a:latin typeface="Arial Regular"/>
                <a:cs typeface="Arial" panose="020B0604020202020204" pitchFamily="34" charset="0"/>
              </a:rPr>
              <a:t> | © Zensar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1200">
                <a:latin typeface="Arial Regular"/>
                <a:cs typeface="Arial" panose="020B0604020202020204" pitchFamily="34" charset="0"/>
              </a:rPr>
              <a:t>, 2022</a:t>
            </a: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2321354-CF05-4DB5-A070-437F92C7DCAA}"/>
              </a:ext>
            </a:extLst>
          </p:cNvPr>
          <p:cNvSpPr>
            <a:spLocks/>
          </p:cNvSpPr>
          <p:nvPr userDrawn="1"/>
        </p:nvSpPr>
        <p:spPr bwMode="auto">
          <a:xfrm>
            <a:off x="109269" y="100213"/>
            <a:ext cx="426493" cy="426604"/>
          </a:xfrm>
          <a:custGeom>
            <a:avLst/>
            <a:gdLst>
              <a:gd name="T0" fmla="*/ 42 w 607"/>
              <a:gd name="T1" fmla="*/ 607 h 607"/>
              <a:gd name="T2" fmla="*/ 607 w 607"/>
              <a:gd name="T3" fmla="*/ 42 h 607"/>
              <a:gd name="T4" fmla="*/ 607 w 607"/>
              <a:gd name="T5" fmla="*/ 0 h 607"/>
              <a:gd name="T6" fmla="*/ 0 w 607"/>
              <a:gd name="T7" fmla="*/ 0 h 607"/>
              <a:gd name="T8" fmla="*/ 0 w 607"/>
              <a:gd name="T9" fmla="*/ 607 h 607"/>
              <a:gd name="T10" fmla="*/ 42 w 607"/>
              <a:gd name="T11" fmla="*/ 607 h 6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07" h="607">
                <a:moveTo>
                  <a:pt x="42" y="607"/>
                </a:moveTo>
                <a:cubicBezTo>
                  <a:pt x="42" y="295"/>
                  <a:pt x="295" y="42"/>
                  <a:pt x="607" y="42"/>
                </a:cubicBezTo>
                <a:cubicBezTo>
                  <a:pt x="607" y="0"/>
                  <a:pt x="607" y="0"/>
                  <a:pt x="60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07"/>
                  <a:pt x="0" y="607"/>
                  <a:pt x="0" y="607"/>
                </a:cubicBezTo>
                <a:lnTo>
                  <a:pt x="42" y="607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7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56095CA-3BCD-499A-B199-3102CBAD0E82}"/>
              </a:ext>
            </a:extLst>
          </p:cNvPr>
          <p:cNvGrpSpPr/>
          <p:nvPr userDrawn="1"/>
        </p:nvGrpSpPr>
        <p:grpSpPr>
          <a:xfrm>
            <a:off x="10280652" y="4"/>
            <a:ext cx="1803639" cy="551033"/>
            <a:chOff x="9714294" y="-31896"/>
            <a:chExt cx="2400643" cy="733425"/>
          </a:xfrm>
        </p:grpSpPr>
        <p:pic>
          <p:nvPicPr>
            <p:cNvPr id="18" name="Picture 17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474549A-C738-416B-86F5-7003C5CDD3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294" y="278272"/>
              <a:ext cx="1331127" cy="205448"/>
            </a:xfrm>
            <a:prstGeom prst="rect">
              <a:avLst/>
            </a:prstGeom>
          </p:spPr>
        </p:pic>
        <p:pic>
          <p:nvPicPr>
            <p:cNvPr id="20" name="Graphic 14">
              <a:extLst>
                <a:ext uri="{FF2B5EF4-FFF2-40B4-BE49-F238E27FC236}">
                  <a16:creationId xmlns:a16="http://schemas.microsoft.com/office/drawing/2014/main" id="{70E740B2-3B90-4F71-93A5-643B0DF219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48137" y="-31896"/>
              <a:ext cx="1066800" cy="733425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2CE864E-04D7-427D-9C78-127C0113F0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4382" y="207541"/>
              <a:ext cx="0" cy="31354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9570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3">
            <a:extLst>
              <a:ext uri="{FF2B5EF4-FFF2-40B4-BE49-F238E27FC236}">
                <a16:creationId xmlns:a16="http://schemas.microsoft.com/office/drawing/2014/main" id="{6C483FD3-F855-4523-88C2-D1742C5A163F}"/>
              </a:ext>
            </a:extLst>
          </p:cNvPr>
          <p:cNvSpPr/>
          <p:nvPr userDrawn="1"/>
        </p:nvSpPr>
        <p:spPr>
          <a:xfrm rot="16200000">
            <a:off x="-317304" y="100216"/>
            <a:ext cx="853205" cy="853205"/>
          </a:xfrm>
          <a:prstGeom prst="pie">
            <a:avLst>
              <a:gd name="adj1" fmla="val 0"/>
              <a:gd name="adj2" fmla="val 5388049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8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51" y="158737"/>
            <a:ext cx="9413875" cy="32844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398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793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586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379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172" indent="0">
              <a:buNone/>
              <a:defRPr sz="1798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00326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6ECEEAB-28DC-425C-985B-3CCCE0291E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7BB024-D8D7-4AF0-83F1-D044A999C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82745" y="2681922"/>
            <a:ext cx="7407275" cy="697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section title here</a:t>
            </a:r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5DC830BB-C4E1-4D9E-8114-6F97FE1D69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744" y="3767086"/>
            <a:ext cx="7407275" cy="731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section subtitle here – this can be a short description</a:t>
            </a:r>
          </a:p>
          <a:p>
            <a:pPr lvl="0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4463A-DD65-488D-4BE0-B26D358A1C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1915" y="-179681"/>
            <a:ext cx="1115967" cy="1115967"/>
          </a:xfrm>
          <a:prstGeom prst="rect">
            <a:avLst/>
          </a:prstGeom>
        </p:spPr>
      </p:pic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5FA5E06B-7056-771F-F3EE-2F196BAAD91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19686"/>
            <a:ext cx="1115967" cy="17219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AA6D28-E699-FEF6-8407-86F173507B46}"/>
              </a:ext>
            </a:extLst>
          </p:cNvPr>
          <p:cNvCxnSpPr>
            <a:cxnSpLocks/>
          </p:cNvCxnSpPr>
          <p:nvPr userDrawn="1"/>
        </p:nvCxnSpPr>
        <p:spPr>
          <a:xfrm>
            <a:off x="10681755" y="109655"/>
            <a:ext cx="0" cy="554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595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ial Circle 3">
            <a:extLst>
              <a:ext uri="{FF2B5EF4-FFF2-40B4-BE49-F238E27FC236}">
                <a16:creationId xmlns:a16="http://schemas.microsoft.com/office/drawing/2014/main" id="{6C483FD3-F855-4523-88C2-D1742C5A163F}"/>
              </a:ext>
            </a:extLst>
          </p:cNvPr>
          <p:cNvSpPr/>
          <p:nvPr userDrawn="1"/>
        </p:nvSpPr>
        <p:spPr>
          <a:xfrm rot="16200000">
            <a:off x="-317306" y="100213"/>
            <a:ext cx="853205" cy="853205"/>
          </a:xfrm>
          <a:prstGeom prst="pie">
            <a:avLst>
              <a:gd name="adj1" fmla="val 0"/>
              <a:gd name="adj2" fmla="val 5388049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49" y="158734"/>
            <a:ext cx="9413875" cy="32844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FBC954D3-B7B5-BCC4-84CE-24C0ADCB94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582" y="246182"/>
            <a:ext cx="1535133" cy="2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033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349" y="158734"/>
            <a:ext cx="9413875" cy="32844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134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 descr="Logo&#10;&#10;Description automatically generated">
            <a:extLst>
              <a:ext uri="{FF2B5EF4-FFF2-40B4-BE49-F238E27FC236}">
                <a16:creationId xmlns:a16="http://schemas.microsoft.com/office/drawing/2014/main" id="{30469C4B-3813-4420-99CD-589DD256AE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-100000" contras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78783" y="79023"/>
            <a:ext cx="2024008" cy="502376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2A2FDDE1-E02C-467A-B89D-D395A352C10B}"/>
              </a:ext>
            </a:extLst>
          </p:cNvPr>
          <p:cNvGrpSpPr/>
          <p:nvPr userDrawn="1"/>
        </p:nvGrpSpPr>
        <p:grpSpPr>
          <a:xfrm>
            <a:off x="-1" y="0"/>
            <a:ext cx="423324" cy="846710"/>
            <a:chOff x="8606495" y="2403653"/>
            <a:chExt cx="1363005" cy="2726008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CA13DB6-382C-4ECA-B983-F2E2A9373526}"/>
                </a:ext>
              </a:extLst>
            </p:cNvPr>
            <p:cNvSpPr/>
            <p:nvPr/>
          </p:nvSpPr>
          <p:spPr>
            <a:xfrm flipV="1">
              <a:off x="8606495" y="3766657"/>
              <a:ext cx="1363004" cy="1363004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FF4B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5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8DE68A8-7C4E-486B-9625-EAE611BDCA6B}"/>
                </a:ext>
              </a:extLst>
            </p:cNvPr>
            <p:cNvSpPr/>
            <p:nvPr/>
          </p:nvSpPr>
          <p:spPr>
            <a:xfrm>
              <a:off x="8606497" y="2403653"/>
              <a:ext cx="1363003" cy="1363003"/>
            </a:xfrm>
            <a:custGeom>
              <a:avLst/>
              <a:gdLst>
                <a:gd name="connsiteX0" fmla="*/ 22347 w 1192084"/>
                <a:gd name="connsiteY0" fmla="*/ 0 h 1116013"/>
                <a:gd name="connsiteX1" fmla="*/ 1187752 w 1192084"/>
                <a:gd name="connsiteY1" fmla="*/ 1031836 h 1116013"/>
                <a:gd name="connsiteX2" fmla="*/ 1192084 w 1192084"/>
                <a:gd name="connsiteY2" fmla="*/ 1116013 h 1116013"/>
                <a:gd name="connsiteX3" fmla="*/ 0 w 1192084"/>
                <a:gd name="connsiteY3" fmla="*/ 1116013 h 1116013"/>
                <a:gd name="connsiteX4" fmla="*/ 0 w 1192084"/>
                <a:gd name="connsiteY4" fmla="*/ 1038 h 111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084" h="1116013">
                  <a:moveTo>
                    <a:pt x="22347" y="0"/>
                  </a:moveTo>
                  <a:cubicBezTo>
                    <a:pt x="628887" y="0"/>
                    <a:pt x="1127762" y="452269"/>
                    <a:pt x="1187752" y="1031836"/>
                  </a:cubicBezTo>
                  <a:lnTo>
                    <a:pt x="1192084" y="1116013"/>
                  </a:lnTo>
                  <a:lnTo>
                    <a:pt x="0" y="1116013"/>
                  </a:lnTo>
                  <a:lnTo>
                    <a:pt x="0" y="103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1875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7C50AB8C-53C6-4C03-BBC1-81B903C19B02}"/>
              </a:ext>
            </a:extLst>
          </p:cNvPr>
          <p:cNvSpPr/>
          <p:nvPr userDrawn="1"/>
        </p:nvSpPr>
        <p:spPr>
          <a:xfrm flipH="1">
            <a:off x="-701" y="6616101"/>
            <a:ext cx="12200864" cy="255907"/>
          </a:xfrm>
          <a:prstGeom prst="rect">
            <a:avLst/>
          </a:prstGeom>
          <a:solidFill>
            <a:srgbClr val="100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75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F60F7F-6D6F-432E-B7F3-4838F30A9147}"/>
              </a:ext>
            </a:extLst>
          </p:cNvPr>
          <p:cNvSpPr txBox="1"/>
          <p:nvPr userDrawn="1"/>
        </p:nvSpPr>
        <p:spPr>
          <a:xfrm>
            <a:off x="4090394" y="6606755"/>
            <a:ext cx="4746756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94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       | © 	          Technologies, 2024 | Confidential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348AA13-5C42-454A-8130-A4B2CE545B32}"/>
              </a:ext>
            </a:extLst>
          </p:cNvPr>
          <p:cNvSpPr txBox="1"/>
          <p:nvPr userDrawn="1"/>
        </p:nvSpPr>
        <p:spPr>
          <a:xfrm>
            <a:off x="4281830" y="6613972"/>
            <a:ext cx="508681" cy="26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29F8205-80F1-5D44-A5C3-F789B26C029A}" type="slidenum">
              <a:rPr lang="en-US" sz="1094" b="0" i="0" kern="0" spc="3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94" b="0" i="0" kern="0" spc="3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4656B864-0785-41C1-9FE5-37FAA69104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43" t="23785" r="16733" b="38772"/>
          <a:stretch/>
        </p:blipFill>
        <p:spPr>
          <a:xfrm>
            <a:off x="4981948" y="6682444"/>
            <a:ext cx="508682" cy="10692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334D4B-730D-4C82-94AD-DC2B671D7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06" y="103869"/>
            <a:ext cx="9572898" cy="444772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57630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at a table looking at a person in a suit standing in front of&#10;&#10;Description automatically generated with low confidence">
            <a:extLst>
              <a:ext uri="{FF2B5EF4-FFF2-40B4-BE49-F238E27FC236}">
                <a16:creationId xmlns:a16="http://schemas.microsoft.com/office/drawing/2014/main" id="{1FA6D14C-75DF-4CE8-A421-F4161A1530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1226337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4000499"/>
            <a:ext cx="12192000" cy="2857501"/>
          </a:xfrm>
          <a:prstGeom prst="rect">
            <a:avLst/>
          </a:prstGeom>
          <a:solidFill>
            <a:schemeClr val="tx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152CB6-DEEF-471D-8567-EB09FCD5BD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524" y="4548822"/>
            <a:ext cx="7407275" cy="685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section title here</a:t>
            </a:r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8C1A9-F890-4FDF-A982-CCFBC8E424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7524" y="5680392"/>
            <a:ext cx="5015529" cy="7318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section subtitle here – this can be a short description</a:t>
            </a:r>
          </a:p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3272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Layou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5761"/>
            <a:ext cx="11222736" cy="828040"/>
          </a:xfr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D489D4-C1E0-469D-BC22-76FB30AF3558}"/>
              </a:ext>
            </a:extLst>
          </p:cNvPr>
          <p:cNvCxnSpPr>
            <a:cxnSpLocks/>
          </p:cNvCxnSpPr>
          <p:nvPr userDrawn="1"/>
        </p:nvCxnSpPr>
        <p:spPr>
          <a:xfrm>
            <a:off x="10137424" y="6213923"/>
            <a:ext cx="0" cy="42825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B12B50D6-B1EF-4321-B5E1-AFF26C446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516" y="6260551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1000"/>
            </a:lvl2pPr>
            <a:lvl3pPr marL="0" indent="0">
              <a:defRPr sz="1000"/>
            </a:lvl3pPr>
            <a:lvl4pPr marL="0" indent="0">
              <a:defRPr sz="1000"/>
            </a:lvl4pPr>
            <a:lvl5pPr marL="0" indent="0">
              <a:defRPr sz="1000"/>
            </a:lvl5pPr>
            <a:lvl6pPr marL="0" indent="0">
              <a:defRPr sz="1000"/>
            </a:lvl6pPr>
            <a:lvl7pPr marL="0" indent="0">
              <a:defRPr sz="1000"/>
            </a:lvl7pPr>
            <a:lvl8pPr marL="0" indent="0">
              <a:defRPr sz="1000"/>
            </a:lvl8pPr>
            <a:lvl9pPr marL="0" indent="0">
              <a:defRPr sz="1000"/>
            </a:lvl9pPr>
          </a:lstStyle>
          <a:p>
            <a:r>
              <a:rPr lang="en-US"/>
              <a:t>© 2021 Cognizant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EA21A135-E8CB-47BF-AE97-0F8E4C506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3467" y="6346055"/>
            <a:ext cx="304800" cy="164148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1067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10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ody vari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BDE8-3CC1-4456-BCA8-FBA2B062B3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5911" y="215885"/>
            <a:ext cx="9413875" cy="32844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399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93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386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079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7720" indent="0">
              <a:buNone/>
              <a:defRPr sz="1799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8295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00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E8E2-6DFF-DA32-2335-9F0F4B06E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36E0C-B599-5120-8A65-4D4406D56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A8FA5-2B10-39C6-B895-3FCF94A9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4924-746A-4C8D-A459-7CE9A69E411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968E-B264-C0EA-3427-744501F5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EAECB-B1E9-AAAE-7CA6-59C40BDC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A8577-F944-40A5-84D1-9DC86DC1B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35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641B-FA68-8216-EFAF-B0D06ED7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53F82-D889-03A5-4975-8555322DD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0868-0FA0-8C6A-C037-FE739261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4924-746A-4C8D-A459-7CE9A69E411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30AD1-1158-AC54-B238-7113BB8C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E1884-ABF7-866F-7DB6-0E53104B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A8577-F944-40A5-84D1-9DC86DC1B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857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_Title and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id="{7E1D1E85-CECD-284C-AFEF-D806B12A90E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354277" y="6323876"/>
            <a:ext cx="297921" cy="2060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800" kern="1200" spc="27" baseline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pPr algn="l" defTabSz="814305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kern="1200" spc="27" baseline="0">
              <a:solidFill>
                <a:schemeClr val="bg2">
                  <a:lumMod val="6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</p:spTree>
    <p:extLst>
      <p:ext uri="{BB962C8B-B14F-4D97-AF65-F5344CB8AC3E}">
        <p14:creationId xmlns:p14="http://schemas.microsoft.com/office/powerpoint/2010/main" val="22603911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D16F-C741-0B31-275D-160DBB28D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9300-B3B5-DEF0-1EBB-0D67FE428E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73844-9EFF-44C6-9D63-93C633A78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6E95B-5B94-4327-2390-B30910AB1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17163-71DD-4DC4-BB0F-53034C37D7BB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F9866-2A25-6D21-4681-0B60258A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A1CB8-4896-62A8-C59D-69BC6B11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170BA-4C4C-4342-B23F-832B6C7E8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1806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BD35139-7A3F-41CC-ACE2-CA9D16FBA7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5E0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93110B1-3423-629D-4608-345BCAF529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6582" y="246182"/>
            <a:ext cx="1535133" cy="23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02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tial Circle 8">
            <a:extLst>
              <a:ext uri="{FF2B5EF4-FFF2-40B4-BE49-F238E27FC236}">
                <a16:creationId xmlns:a16="http://schemas.microsoft.com/office/drawing/2014/main" id="{8B19048E-D774-B7A8-2B60-373358FF6140}"/>
              </a:ext>
            </a:extLst>
          </p:cNvPr>
          <p:cNvSpPr/>
          <p:nvPr userDrawn="1"/>
        </p:nvSpPr>
        <p:spPr>
          <a:xfrm>
            <a:off x="-284694" y="-284258"/>
            <a:ext cx="569387" cy="568515"/>
          </a:xfrm>
          <a:prstGeom prst="pie">
            <a:avLst>
              <a:gd name="adj1" fmla="val 47969"/>
              <a:gd name="adj2" fmla="val 540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9D803-9A57-4801-0FEA-00AC9B9E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14" y="152409"/>
            <a:ext cx="10113335" cy="54927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artial Circle 9">
            <a:extLst>
              <a:ext uri="{FF2B5EF4-FFF2-40B4-BE49-F238E27FC236}">
                <a16:creationId xmlns:a16="http://schemas.microsoft.com/office/drawing/2014/main" id="{2087AB38-62F4-4355-E571-1666F7B82F60}"/>
              </a:ext>
            </a:extLst>
          </p:cNvPr>
          <p:cNvSpPr/>
          <p:nvPr userDrawn="1"/>
        </p:nvSpPr>
        <p:spPr>
          <a:xfrm flipH="1" flipV="1">
            <a:off x="11038365" y="5706133"/>
            <a:ext cx="2307269" cy="2303734"/>
          </a:xfrm>
          <a:prstGeom prst="pie">
            <a:avLst>
              <a:gd name="adj1" fmla="val 0"/>
              <a:gd name="adj2" fmla="val 540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533AA5FE-ADAF-1D8C-0EC8-D70F1A6038B0}"/>
              </a:ext>
            </a:extLst>
          </p:cNvPr>
          <p:cNvSpPr txBox="1"/>
          <p:nvPr userDrawn="1"/>
        </p:nvSpPr>
        <p:spPr>
          <a:xfrm>
            <a:off x="189614" y="6568374"/>
            <a:ext cx="1230630" cy="13721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50" spc="50">
                <a:solidFill>
                  <a:srgbClr val="00206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www.zensar.com</a:t>
            </a:r>
            <a:r>
              <a:rPr sz="850" spc="445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850">
                <a:solidFill>
                  <a:srgbClr val="002060"/>
                </a:solidFill>
                <a:latin typeface="Arial"/>
                <a:cs typeface="Arial"/>
              </a:rPr>
              <a:t>|</a:t>
            </a:r>
            <a:r>
              <a:rPr sz="850" spc="445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850" spc="-50">
                <a:solidFill>
                  <a:srgbClr val="002060"/>
                </a:solidFill>
                <a:latin typeface="Arial"/>
                <a:cs typeface="Arial"/>
              </a:rPr>
              <a:t>©</a:t>
            </a:r>
            <a:endParaRPr sz="85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8EB4C396-EE68-ADB1-D9A0-6FBFE87F3D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1925023" y="6568374"/>
            <a:ext cx="1168543" cy="13721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>
            <a:lvl1pPr>
              <a:defRPr sz="85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>
              <a:spcBef>
                <a:spcPts val="50"/>
              </a:spcBef>
            </a:pPr>
            <a:r>
              <a:rPr lang="en-US" spc="50"/>
              <a:t>Technologies</a:t>
            </a:r>
            <a:r>
              <a:rPr lang="en-US" spc="114"/>
              <a:t> </a:t>
            </a:r>
            <a:r>
              <a:rPr lang="en-US" spc="30"/>
              <a:t>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8A4DA-038D-25D6-FD7E-49B9B2F94E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70" y="6585612"/>
            <a:ext cx="525076" cy="137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73C040-AD4F-8878-B38F-957BE29440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635" y="265929"/>
            <a:ext cx="1383271" cy="36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762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5B273DD-3573-4266-9D5B-18FC441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08" y="214547"/>
            <a:ext cx="10515600" cy="60000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50D13E-8BC0-F54B-AD5F-70DF80DB2F33}"/>
              </a:ext>
            </a:extLst>
          </p:cNvPr>
          <p:cNvCxnSpPr/>
          <p:nvPr userDrawn="1"/>
        </p:nvCxnSpPr>
        <p:spPr>
          <a:xfrm>
            <a:off x="0" y="962137"/>
            <a:ext cx="12192000" cy="0"/>
          </a:xfrm>
          <a:prstGeom prst="line">
            <a:avLst/>
          </a:prstGeom>
          <a:ln w="19050">
            <a:solidFill>
              <a:srgbClr val="B9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DC51C8AC-C429-41E4-A7B1-52B8F541FF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964" y="429765"/>
            <a:ext cx="1098928" cy="1695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24508F-DC31-4E95-A88E-C49996E16781}"/>
              </a:ext>
            </a:extLst>
          </p:cNvPr>
          <p:cNvSpPr txBox="1"/>
          <p:nvPr userDrawn="1"/>
        </p:nvSpPr>
        <p:spPr>
          <a:xfrm>
            <a:off x="-29375" y="6660517"/>
            <a:ext cx="53506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Page </a:t>
            </a:r>
            <a:fld id="{B947F380-F5A3-EC4A-93F6-D4C42508984B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 | © Zensar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Technologies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Regular"/>
                <a:ea typeface="+mn-ea"/>
                <a:cs typeface="Arial" panose="020B0604020202020204" pitchFamily="34" charset="0"/>
              </a:rPr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6588376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B686B-57DD-4BC9-8FE7-579B48C8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17BE6-D144-4A83-85B4-E871ACFCD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606C9-BE9F-4C3A-A00C-EA0062BFB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D11B6-FF7A-4F88-9EC6-D5655A5A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4B069-5F7D-4FD6-A029-1C329CE20CF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4541-80E0-46DF-AB64-A1D42BCC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Clean Partner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36A95-6171-4490-A43D-92E19593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8C055-2527-47C7-B2ED-8FC9EEE8D0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0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8BA5DF-CC6C-4B75-B040-8C9FFA2F9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3909" y="214547"/>
            <a:ext cx="1388983" cy="4075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FC414F-908D-412A-963C-072792717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10" y="27049"/>
            <a:ext cx="9130337" cy="79682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>
            <a:cxnSpLocks/>
          </p:cNvCxnSpPr>
          <p:nvPr userDrawn="1"/>
        </p:nvCxnSpPr>
        <p:spPr>
          <a:xfrm>
            <a:off x="0" y="857692"/>
            <a:ext cx="647197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789611" y="857692"/>
            <a:ext cx="10402389" cy="0"/>
          </a:xfrm>
          <a:prstGeom prst="line">
            <a:avLst/>
          </a:prstGeom>
          <a:ln w="28575">
            <a:solidFill>
              <a:srgbClr val="009B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702461" y="776576"/>
            <a:ext cx="191729" cy="162232"/>
          </a:xfrm>
          <a:prstGeom prst="rect">
            <a:avLst/>
          </a:prstGeom>
          <a:solidFill>
            <a:srgbClr val="0BCC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986074" y="776576"/>
            <a:ext cx="191729" cy="162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1253793" y="776576"/>
            <a:ext cx="191729" cy="162232"/>
          </a:xfrm>
          <a:prstGeom prst="rect">
            <a:avLst/>
          </a:prstGeom>
          <a:solidFill>
            <a:srgbClr val="00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541387" y="776576"/>
            <a:ext cx="191729" cy="1622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949769C9-1E56-4932-B25E-120D967D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00784"/>
            <a:ext cx="2743200" cy="365125"/>
          </a:xfrm>
        </p:spPr>
        <p:txBody>
          <a:bodyPr/>
          <a:lstStyle/>
          <a:p>
            <a:fld id="{9AA6ED64-E086-8F49-8C8D-88791C756DA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6F3E0F43-A302-4101-AAA0-335004A9F117}"/>
              </a:ext>
            </a:extLst>
          </p:cNvPr>
          <p:cNvSpPr txBox="1">
            <a:spLocks/>
          </p:cNvSpPr>
          <p:nvPr userDrawn="1"/>
        </p:nvSpPr>
        <p:spPr>
          <a:xfrm>
            <a:off x="243096" y="6541389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IN" altLang="en-US" sz="1200">
                <a:solidFill>
                  <a:srgbClr val="898989"/>
                </a:solidFill>
                <a:latin typeface="Calibri" panose="020F0502020204030204"/>
              </a:rPr>
              <a:t>www.zensar.com  |  © Zensar Technologies 2020</a:t>
            </a:r>
          </a:p>
        </p:txBody>
      </p:sp>
    </p:spTree>
    <p:extLst>
      <p:ext uri="{BB962C8B-B14F-4D97-AF65-F5344CB8AC3E}">
        <p14:creationId xmlns:p14="http://schemas.microsoft.com/office/powerpoint/2010/main" val="15257519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5CC76-77AA-4BA4-A710-F63FC784E2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497638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4196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093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769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7"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184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7"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197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44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3308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117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9889FB-A4F6-466F-8599-6D4DD3A041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477022" cy="685799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53AE629-D9E3-47B7-86DC-479E5FA2C6C3}"/>
              </a:ext>
            </a:extLst>
          </p:cNvPr>
          <p:cNvSpPr/>
          <p:nvPr userDrawn="1"/>
        </p:nvSpPr>
        <p:spPr>
          <a:xfrm>
            <a:off x="4376053" y="1699710"/>
            <a:ext cx="4357687" cy="43576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D8179-30B8-4A1D-ACC2-5B0B639825E8}"/>
              </a:ext>
            </a:extLst>
          </p:cNvPr>
          <p:cNvCxnSpPr>
            <a:cxnSpLocks/>
          </p:cNvCxnSpPr>
          <p:nvPr userDrawn="1"/>
        </p:nvCxnSpPr>
        <p:spPr>
          <a:xfrm>
            <a:off x="6891020" y="3748722"/>
            <a:ext cx="70104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1F51FA-11D3-408F-9AC4-A050DC401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8860" y="2593927"/>
            <a:ext cx="6495135" cy="6287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Title/Name</a:t>
            </a:r>
            <a:endParaRPr lang="en-IN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DDE0709-C043-4682-9F9F-A8F4E72E44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48859" y="3392949"/>
            <a:ext cx="6495135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4C5F739-09D6-4EB7-B5D7-71CDE82538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48859" y="4783004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77AC67A-88BA-41FB-8224-55E3179DFE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48859" y="431337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B41284-6704-4332-B481-5D4FB2BF6B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7646" y="415150"/>
            <a:ext cx="2247588" cy="3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7909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293EADC-E3A8-4D5E-A31C-3F93B96FC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223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D72FFD6-DC83-4CAE-8481-3BCDAA6881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563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9C2818A-F624-4D3F-A481-AB49F5023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563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8F6E836-8541-462C-9FB6-D1E4370E5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63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C14C9C80-8805-4A73-8D5E-2BCF57D0E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212" y="538042"/>
            <a:ext cx="1988820" cy="3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888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B50AA8C6-693E-4DCE-B1BF-6E71597B49AB}"/>
              </a:ext>
            </a:extLst>
          </p:cNvPr>
          <p:cNvSpPr/>
          <p:nvPr userDrawn="1"/>
        </p:nvSpPr>
        <p:spPr>
          <a:xfrm>
            <a:off x="10510401" y="-9374"/>
            <a:ext cx="1718794" cy="1718794"/>
          </a:xfrm>
          <a:custGeom>
            <a:avLst/>
            <a:gdLst>
              <a:gd name="connsiteX0" fmla="*/ 922721 w 922720"/>
              <a:gd name="connsiteY0" fmla="*/ 0 h 922720"/>
              <a:gd name="connsiteX1" fmla="*/ 0 w 922720"/>
              <a:gd name="connsiteY1" fmla="*/ 922721 h 922720"/>
              <a:gd name="connsiteX2" fmla="*/ 0 w 922720"/>
              <a:gd name="connsiteY2" fmla="*/ 0 h 922720"/>
              <a:gd name="connsiteX3" fmla="*/ 922721 w 922720"/>
              <a:gd name="connsiteY3" fmla="*/ 0 h 92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0" h="922720">
                <a:moveTo>
                  <a:pt x="922721" y="0"/>
                </a:moveTo>
                <a:cubicBezTo>
                  <a:pt x="922721" y="509609"/>
                  <a:pt x="509609" y="922721"/>
                  <a:pt x="0" y="922721"/>
                </a:cubicBezTo>
                <a:lnTo>
                  <a:pt x="0" y="0"/>
                </a:lnTo>
                <a:lnTo>
                  <a:pt x="922721" y="0"/>
                </a:lnTo>
                <a:close/>
              </a:path>
            </a:pathLst>
          </a:custGeom>
          <a:solidFill>
            <a:schemeClr val="tx2"/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F1085-E7BC-4EAA-B061-1812B090A8C2}"/>
              </a:ext>
            </a:extLst>
          </p:cNvPr>
          <p:cNvSpPr/>
          <p:nvPr userDrawn="1"/>
        </p:nvSpPr>
        <p:spPr>
          <a:xfrm>
            <a:off x="8749946" y="-48260"/>
            <a:ext cx="1762564" cy="176256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Graphic 30">
            <a:extLst>
              <a:ext uri="{FF2B5EF4-FFF2-40B4-BE49-F238E27FC236}">
                <a16:creationId xmlns:a16="http://schemas.microsoft.com/office/drawing/2014/main" id="{01A6201F-D53A-44E6-9715-09A16B1F9C52}"/>
              </a:ext>
            </a:extLst>
          </p:cNvPr>
          <p:cNvSpPr/>
          <p:nvPr userDrawn="1"/>
        </p:nvSpPr>
        <p:spPr>
          <a:xfrm>
            <a:off x="7028825" y="1709420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Graphic 41">
            <a:extLst>
              <a:ext uri="{FF2B5EF4-FFF2-40B4-BE49-F238E27FC236}">
                <a16:creationId xmlns:a16="http://schemas.microsoft.com/office/drawing/2014/main" id="{E8132724-214B-4782-BA44-300E7D5575E8}"/>
              </a:ext>
            </a:extLst>
          </p:cNvPr>
          <p:cNvSpPr/>
          <p:nvPr userDrawn="1"/>
        </p:nvSpPr>
        <p:spPr>
          <a:xfrm>
            <a:off x="10489605" y="3452823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Graphic 52">
            <a:extLst>
              <a:ext uri="{FF2B5EF4-FFF2-40B4-BE49-F238E27FC236}">
                <a16:creationId xmlns:a16="http://schemas.microsoft.com/office/drawing/2014/main" id="{50773F6F-848C-403C-A6A6-7E1F5E56A363}"/>
              </a:ext>
            </a:extLst>
          </p:cNvPr>
          <p:cNvSpPr/>
          <p:nvPr userDrawn="1"/>
        </p:nvSpPr>
        <p:spPr>
          <a:xfrm>
            <a:off x="7070455" y="5155218"/>
            <a:ext cx="1690082" cy="1690082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0CC345-E334-4DD2-9754-73CF5B23D1CF}"/>
              </a:ext>
            </a:extLst>
          </p:cNvPr>
          <p:cNvSpPr/>
          <p:nvPr userDrawn="1"/>
        </p:nvSpPr>
        <p:spPr>
          <a:xfrm>
            <a:off x="8771831" y="5130416"/>
            <a:ext cx="1763321" cy="176332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raphic 30">
            <a:extLst>
              <a:ext uri="{FF2B5EF4-FFF2-40B4-BE49-F238E27FC236}">
                <a16:creationId xmlns:a16="http://schemas.microsoft.com/office/drawing/2014/main" id="{17310742-5C8F-4CAE-A044-05DFB45E77F6}"/>
              </a:ext>
            </a:extLst>
          </p:cNvPr>
          <p:cNvSpPr/>
          <p:nvPr userDrawn="1"/>
        </p:nvSpPr>
        <p:spPr>
          <a:xfrm rot="10800000">
            <a:off x="8771831" y="3417963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Graphic 30">
            <a:extLst>
              <a:ext uri="{FF2B5EF4-FFF2-40B4-BE49-F238E27FC236}">
                <a16:creationId xmlns:a16="http://schemas.microsoft.com/office/drawing/2014/main" id="{04F12F07-80A8-4942-B52D-07DBE055F1D1}"/>
              </a:ext>
            </a:extLst>
          </p:cNvPr>
          <p:cNvSpPr/>
          <p:nvPr userDrawn="1"/>
        </p:nvSpPr>
        <p:spPr>
          <a:xfrm rot="10800000">
            <a:off x="10490624" y="5158867"/>
            <a:ext cx="1701375" cy="1701375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Graphic 41">
            <a:extLst>
              <a:ext uri="{FF2B5EF4-FFF2-40B4-BE49-F238E27FC236}">
                <a16:creationId xmlns:a16="http://schemas.microsoft.com/office/drawing/2014/main" id="{12A66D4A-B35E-4112-9DAD-8F5C15AC9268}"/>
              </a:ext>
            </a:extLst>
          </p:cNvPr>
          <p:cNvSpPr/>
          <p:nvPr userDrawn="1"/>
        </p:nvSpPr>
        <p:spPr>
          <a:xfrm>
            <a:off x="7064298" y="3446185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noFill/>
          <a:ln w="1204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Graphic 52">
            <a:extLst>
              <a:ext uri="{FF2B5EF4-FFF2-40B4-BE49-F238E27FC236}">
                <a16:creationId xmlns:a16="http://schemas.microsoft.com/office/drawing/2014/main" id="{15A5BD5F-4E2F-4DF2-B912-97A11A198B84}"/>
              </a:ext>
            </a:extLst>
          </p:cNvPr>
          <p:cNvSpPr/>
          <p:nvPr userDrawn="1"/>
        </p:nvSpPr>
        <p:spPr>
          <a:xfrm>
            <a:off x="10489604" y="1707964"/>
            <a:ext cx="1718793" cy="1718793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Graphic 41">
            <a:extLst>
              <a:ext uri="{FF2B5EF4-FFF2-40B4-BE49-F238E27FC236}">
                <a16:creationId xmlns:a16="http://schemas.microsoft.com/office/drawing/2014/main" id="{8C8AFF78-5B6A-4F97-A58E-CFB91D5BE49E}"/>
              </a:ext>
            </a:extLst>
          </p:cNvPr>
          <p:cNvSpPr/>
          <p:nvPr userDrawn="1"/>
        </p:nvSpPr>
        <p:spPr>
          <a:xfrm>
            <a:off x="7017253" y="-22727"/>
            <a:ext cx="1731420" cy="1731420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Graphic 41">
            <a:extLst>
              <a:ext uri="{FF2B5EF4-FFF2-40B4-BE49-F238E27FC236}">
                <a16:creationId xmlns:a16="http://schemas.microsoft.com/office/drawing/2014/main" id="{2E4C15D2-BD52-402B-A394-0B1E65B04DBD}"/>
              </a:ext>
            </a:extLst>
          </p:cNvPr>
          <p:cNvSpPr/>
          <p:nvPr userDrawn="1"/>
        </p:nvSpPr>
        <p:spPr>
          <a:xfrm rot="10800000">
            <a:off x="8747618" y="1695901"/>
            <a:ext cx="1752229" cy="1752229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293EADC-E3A8-4D5E-A31C-3F93B96FC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223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D72FFD6-DC83-4CAE-8481-3BCDAA6881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563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9C2818A-F624-4D3F-A481-AB49F5023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563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8F6E836-8541-462C-9FB6-D1E4370E5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63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9FFDF8D-146E-4AE1-BD0F-B46B8C626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212" y="538042"/>
            <a:ext cx="1988820" cy="3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42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B50AA8C6-693E-4DCE-B1BF-6E71597B49AB}"/>
              </a:ext>
            </a:extLst>
          </p:cNvPr>
          <p:cNvSpPr/>
          <p:nvPr userDrawn="1"/>
        </p:nvSpPr>
        <p:spPr>
          <a:xfrm>
            <a:off x="10510401" y="-9374"/>
            <a:ext cx="1718794" cy="1718794"/>
          </a:xfrm>
          <a:custGeom>
            <a:avLst/>
            <a:gdLst>
              <a:gd name="connsiteX0" fmla="*/ 922721 w 922720"/>
              <a:gd name="connsiteY0" fmla="*/ 0 h 922720"/>
              <a:gd name="connsiteX1" fmla="*/ 0 w 922720"/>
              <a:gd name="connsiteY1" fmla="*/ 922721 h 922720"/>
              <a:gd name="connsiteX2" fmla="*/ 0 w 922720"/>
              <a:gd name="connsiteY2" fmla="*/ 0 h 922720"/>
              <a:gd name="connsiteX3" fmla="*/ 922721 w 922720"/>
              <a:gd name="connsiteY3" fmla="*/ 0 h 92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0" h="922720">
                <a:moveTo>
                  <a:pt x="922721" y="0"/>
                </a:moveTo>
                <a:cubicBezTo>
                  <a:pt x="922721" y="509609"/>
                  <a:pt x="509609" y="922721"/>
                  <a:pt x="0" y="922721"/>
                </a:cubicBezTo>
                <a:lnTo>
                  <a:pt x="0" y="0"/>
                </a:lnTo>
                <a:lnTo>
                  <a:pt x="922721" y="0"/>
                </a:lnTo>
                <a:close/>
              </a:path>
            </a:pathLst>
          </a:custGeom>
          <a:solidFill>
            <a:schemeClr val="bg2"/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F1085-E7BC-4EAA-B061-1812B090A8C2}"/>
              </a:ext>
            </a:extLst>
          </p:cNvPr>
          <p:cNvSpPr/>
          <p:nvPr userDrawn="1"/>
        </p:nvSpPr>
        <p:spPr>
          <a:xfrm>
            <a:off x="8749946" y="-48260"/>
            <a:ext cx="1762564" cy="176256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Graphic 30">
            <a:extLst>
              <a:ext uri="{FF2B5EF4-FFF2-40B4-BE49-F238E27FC236}">
                <a16:creationId xmlns:a16="http://schemas.microsoft.com/office/drawing/2014/main" id="{01A6201F-D53A-44E6-9715-09A16B1F9C52}"/>
              </a:ext>
            </a:extLst>
          </p:cNvPr>
          <p:cNvSpPr/>
          <p:nvPr userDrawn="1"/>
        </p:nvSpPr>
        <p:spPr>
          <a:xfrm>
            <a:off x="7028825" y="1709420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Graphic 41">
            <a:extLst>
              <a:ext uri="{FF2B5EF4-FFF2-40B4-BE49-F238E27FC236}">
                <a16:creationId xmlns:a16="http://schemas.microsoft.com/office/drawing/2014/main" id="{E8132724-214B-4782-BA44-300E7D5575E8}"/>
              </a:ext>
            </a:extLst>
          </p:cNvPr>
          <p:cNvSpPr/>
          <p:nvPr userDrawn="1"/>
        </p:nvSpPr>
        <p:spPr>
          <a:xfrm>
            <a:off x="10489605" y="3452823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Graphic 52">
            <a:extLst>
              <a:ext uri="{FF2B5EF4-FFF2-40B4-BE49-F238E27FC236}">
                <a16:creationId xmlns:a16="http://schemas.microsoft.com/office/drawing/2014/main" id="{50773F6F-848C-403C-A6A6-7E1F5E56A363}"/>
              </a:ext>
            </a:extLst>
          </p:cNvPr>
          <p:cNvSpPr/>
          <p:nvPr userDrawn="1"/>
        </p:nvSpPr>
        <p:spPr>
          <a:xfrm>
            <a:off x="7070455" y="5155218"/>
            <a:ext cx="1690082" cy="1690082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0CC345-E334-4DD2-9754-73CF5B23D1CF}"/>
              </a:ext>
            </a:extLst>
          </p:cNvPr>
          <p:cNvSpPr/>
          <p:nvPr userDrawn="1"/>
        </p:nvSpPr>
        <p:spPr>
          <a:xfrm>
            <a:off x="8771831" y="5130416"/>
            <a:ext cx="1763321" cy="176332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raphic 30">
            <a:extLst>
              <a:ext uri="{FF2B5EF4-FFF2-40B4-BE49-F238E27FC236}">
                <a16:creationId xmlns:a16="http://schemas.microsoft.com/office/drawing/2014/main" id="{17310742-5C8F-4CAE-A044-05DFB45E77F6}"/>
              </a:ext>
            </a:extLst>
          </p:cNvPr>
          <p:cNvSpPr/>
          <p:nvPr userDrawn="1"/>
        </p:nvSpPr>
        <p:spPr>
          <a:xfrm rot="10800000">
            <a:off x="8771831" y="3417963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Graphic 30">
            <a:extLst>
              <a:ext uri="{FF2B5EF4-FFF2-40B4-BE49-F238E27FC236}">
                <a16:creationId xmlns:a16="http://schemas.microsoft.com/office/drawing/2014/main" id="{04F12F07-80A8-4942-B52D-07DBE055F1D1}"/>
              </a:ext>
            </a:extLst>
          </p:cNvPr>
          <p:cNvSpPr/>
          <p:nvPr userDrawn="1"/>
        </p:nvSpPr>
        <p:spPr>
          <a:xfrm rot="10800000">
            <a:off x="10490624" y="5158867"/>
            <a:ext cx="1701375" cy="1701375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Graphic 41">
            <a:extLst>
              <a:ext uri="{FF2B5EF4-FFF2-40B4-BE49-F238E27FC236}">
                <a16:creationId xmlns:a16="http://schemas.microsoft.com/office/drawing/2014/main" id="{12A66D4A-B35E-4112-9DAD-8F5C15AC9268}"/>
              </a:ext>
            </a:extLst>
          </p:cNvPr>
          <p:cNvSpPr/>
          <p:nvPr userDrawn="1"/>
        </p:nvSpPr>
        <p:spPr>
          <a:xfrm>
            <a:off x="7064298" y="3446185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noFill/>
          <a:ln w="1204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Graphic 52">
            <a:extLst>
              <a:ext uri="{FF2B5EF4-FFF2-40B4-BE49-F238E27FC236}">
                <a16:creationId xmlns:a16="http://schemas.microsoft.com/office/drawing/2014/main" id="{15A5BD5F-4E2F-4DF2-B912-97A11A198B84}"/>
              </a:ext>
            </a:extLst>
          </p:cNvPr>
          <p:cNvSpPr/>
          <p:nvPr userDrawn="1"/>
        </p:nvSpPr>
        <p:spPr>
          <a:xfrm>
            <a:off x="10489604" y="1707964"/>
            <a:ext cx="1718793" cy="1718793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Graphic 41">
            <a:extLst>
              <a:ext uri="{FF2B5EF4-FFF2-40B4-BE49-F238E27FC236}">
                <a16:creationId xmlns:a16="http://schemas.microsoft.com/office/drawing/2014/main" id="{8C8AFF78-5B6A-4F97-A58E-CFB91D5BE49E}"/>
              </a:ext>
            </a:extLst>
          </p:cNvPr>
          <p:cNvSpPr/>
          <p:nvPr userDrawn="1"/>
        </p:nvSpPr>
        <p:spPr>
          <a:xfrm>
            <a:off x="7017253" y="-22727"/>
            <a:ext cx="1731420" cy="1731420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Graphic 41">
            <a:extLst>
              <a:ext uri="{FF2B5EF4-FFF2-40B4-BE49-F238E27FC236}">
                <a16:creationId xmlns:a16="http://schemas.microsoft.com/office/drawing/2014/main" id="{2E4C15D2-BD52-402B-A394-0B1E65B04DBD}"/>
              </a:ext>
            </a:extLst>
          </p:cNvPr>
          <p:cNvSpPr/>
          <p:nvPr userDrawn="1"/>
        </p:nvSpPr>
        <p:spPr>
          <a:xfrm rot="10800000">
            <a:off x="8747618" y="1695901"/>
            <a:ext cx="1752229" cy="1752229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293EADC-E3A8-4D5E-A31C-3F93B96FC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223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D72FFD6-DC83-4CAE-8481-3BCDAA6881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563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9C2818A-F624-4D3F-A481-AB49F5023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563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8F6E836-8541-462C-9FB6-D1E4370E5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63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9D51314A-B75A-4C9E-A4D2-87F530F5DD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212" y="538042"/>
            <a:ext cx="1988820" cy="3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7376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B50AA8C6-693E-4DCE-B1BF-6E71597B49AB}"/>
              </a:ext>
            </a:extLst>
          </p:cNvPr>
          <p:cNvSpPr/>
          <p:nvPr userDrawn="1"/>
        </p:nvSpPr>
        <p:spPr>
          <a:xfrm>
            <a:off x="10510401" y="-9374"/>
            <a:ext cx="1718794" cy="1718794"/>
          </a:xfrm>
          <a:custGeom>
            <a:avLst/>
            <a:gdLst>
              <a:gd name="connsiteX0" fmla="*/ 922721 w 922720"/>
              <a:gd name="connsiteY0" fmla="*/ 0 h 922720"/>
              <a:gd name="connsiteX1" fmla="*/ 0 w 922720"/>
              <a:gd name="connsiteY1" fmla="*/ 922721 h 922720"/>
              <a:gd name="connsiteX2" fmla="*/ 0 w 922720"/>
              <a:gd name="connsiteY2" fmla="*/ 0 h 922720"/>
              <a:gd name="connsiteX3" fmla="*/ 922721 w 922720"/>
              <a:gd name="connsiteY3" fmla="*/ 0 h 92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0" h="922720">
                <a:moveTo>
                  <a:pt x="922721" y="0"/>
                </a:moveTo>
                <a:cubicBezTo>
                  <a:pt x="922721" y="509609"/>
                  <a:pt x="509609" y="922721"/>
                  <a:pt x="0" y="922721"/>
                </a:cubicBezTo>
                <a:lnTo>
                  <a:pt x="0" y="0"/>
                </a:lnTo>
                <a:lnTo>
                  <a:pt x="922721" y="0"/>
                </a:lnTo>
                <a:close/>
              </a:path>
            </a:pathLst>
          </a:custGeom>
          <a:solidFill>
            <a:schemeClr val="bg2"/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F1085-E7BC-4EAA-B061-1812B090A8C2}"/>
              </a:ext>
            </a:extLst>
          </p:cNvPr>
          <p:cNvSpPr/>
          <p:nvPr userDrawn="1"/>
        </p:nvSpPr>
        <p:spPr>
          <a:xfrm>
            <a:off x="8749946" y="-48260"/>
            <a:ext cx="1762564" cy="176256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Graphic 30">
            <a:extLst>
              <a:ext uri="{FF2B5EF4-FFF2-40B4-BE49-F238E27FC236}">
                <a16:creationId xmlns:a16="http://schemas.microsoft.com/office/drawing/2014/main" id="{01A6201F-D53A-44E6-9715-09A16B1F9C52}"/>
              </a:ext>
            </a:extLst>
          </p:cNvPr>
          <p:cNvSpPr/>
          <p:nvPr userDrawn="1"/>
        </p:nvSpPr>
        <p:spPr>
          <a:xfrm>
            <a:off x="7028825" y="1709420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Graphic 41">
            <a:extLst>
              <a:ext uri="{FF2B5EF4-FFF2-40B4-BE49-F238E27FC236}">
                <a16:creationId xmlns:a16="http://schemas.microsoft.com/office/drawing/2014/main" id="{E8132724-214B-4782-BA44-300E7D5575E8}"/>
              </a:ext>
            </a:extLst>
          </p:cNvPr>
          <p:cNvSpPr/>
          <p:nvPr userDrawn="1"/>
        </p:nvSpPr>
        <p:spPr>
          <a:xfrm>
            <a:off x="10489605" y="3452823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Graphic 52">
            <a:extLst>
              <a:ext uri="{FF2B5EF4-FFF2-40B4-BE49-F238E27FC236}">
                <a16:creationId xmlns:a16="http://schemas.microsoft.com/office/drawing/2014/main" id="{50773F6F-848C-403C-A6A6-7E1F5E56A363}"/>
              </a:ext>
            </a:extLst>
          </p:cNvPr>
          <p:cNvSpPr/>
          <p:nvPr userDrawn="1"/>
        </p:nvSpPr>
        <p:spPr>
          <a:xfrm>
            <a:off x="7070455" y="5155218"/>
            <a:ext cx="1690082" cy="1690082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0CC345-E334-4DD2-9754-73CF5B23D1CF}"/>
              </a:ext>
            </a:extLst>
          </p:cNvPr>
          <p:cNvSpPr/>
          <p:nvPr userDrawn="1"/>
        </p:nvSpPr>
        <p:spPr>
          <a:xfrm>
            <a:off x="8771831" y="5130416"/>
            <a:ext cx="1763321" cy="176332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raphic 30">
            <a:extLst>
              <a:ext uri="{FF2B5EF4-FFF2-40B4-BE49-F238E27FC236}">
                <a16:creationId xmlns:a16="http://schemas.microsoft.com/office/drawing/2014/main" id="{17310742-5C8F-4CAE-A044-05DFB45E77F6}"/>
              </a:ext>
            </a:extLst>
          </p:cNvPr>
          <p:cNvSpPr/>
          <p:nvPr userDrawn="1"/>
        </p:nvSpPr>
        <p:spPr>
          <a:xfrm rot="10800000">
            <a:off x="8771831" y="3417963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Graphic 30">
            <a:extLst>
              <a:ext uri="{FF2B5EF4-FFF2-40B4-BE49-F238E27FC236}">
                <a16:creationId xmlns:a16="http://schemas.microsoft.com/office/drawing/2014/main" id="{04F12F07-80A8-4942-B52D-07DBE055F1D1}"/>
              </a:ext>
            </a:extLst>
          </p:cNvPr>
          <p:cNvSpPr/>
          <p:nvPr userDrawn="1"/>
        </p:nvSpPr>
        <p:spPr>
          <a:xfrm rot="10800000">
            <a:off x="10490624" y="5158867"/>
            <a:ext cx="1701375" cy="1701375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Graphic 41">
            <a:extLst>
              <a:ext uri="{FF2B5EF4-FFF2-40B4-BE49-F238E27FC236}">
                <a16:creationId xmlns:a16="http://schemas.microsoft.com/office/drawing/2014/main" id="{12A66D4A-B35E-4112-9DAD-8F5C15AC9268}"/>
              </a:ext>
            </a:extLst>
          </p:cNvPr>
          <p:cNvSpPr/>
          <p:nvPr userDrawn="1"/>
        </p:nvSpPr>
        <p:spPr>
          <a:xfrm>
            <a:off x="7064298" y="3446185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noFill/>
          <a:ln w="1204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Graphic 52">
            <a:extLst>
              <a:ext uri="{FF2B5EF4-FFF2-40B4-BE49-F238E27FC236}">
                <a16:creationId xmlns:a16="http://schemas.microsoft.com/office/drawing/2014/main" id="{15A5BD5F-4E2F-4DF2-B912-97A11A198B84}"/>
              </a:ext>
            </a:extLst>
          </p:cNvPr>
          <p:cNvSpPr/>
          <p:nvPr userDrawn="1"/>
        </p:nvSpPr>
        <p:spPr>
          <a:xfrm>
            <a:off x="10489604" y="1707964"/>
            <a:ext cx="1718793" cy="1718793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noFill/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Graphic 41">
            <a:extLst>
              <a:ext uri="{FF2B5EF4-FFF2-40B4-BE49-F238E27FC236}">
                <a16:creationId xmlns:a16="http://schemas.microsoft.com/office/drawing/2014/main" id="{8C8AFF78-5B6A-4F97-A58E-CFB91D5BE49E}"/>
              </a:ext>
            </a:extLst>
          </p:cNvPr>
          <p:cNvSpPr/>
          <p:nvPr userDrawn="1"/>
        </p:nvSpPr>
        <p:spPr>
          <a:xfrm>
            <a:off x="7017253" y="-22727"/>
            <a:ext cx="1731420" cy="1731420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Graphic 41">
            <a:extLst>
              <a:ext uri="{FF2B5EF4-FFF2-40B4-BE49-F238E27FC236}">
                <a16:creationId xmlns:a16="http://schemas.microsoft.com/office/drawing/2014/main" id="{2E4C15D2-BD52-402B-A394-0B1E65B04DBD}"/>
              </a:ext>
            </a:extLst>
          </p:cNvPr>
          <p:cNvSpPr/>
          <p:nvPr userDrawn="1"/>
        </p:nvSpPr>
        <p:spPr>
          <a:xfrm rot="10800000">
            <a:off x="8747618" y="1695901"/>
            <a:ext cx="1752229" cy="1752229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293EADC-E3A8-4D5E-A31C-3F93B96FC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223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D72FFD6-DC83-4CAE-8481-3BCDAA6881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563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9C2818A-F624-4D3F-A481-AB49F5023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563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8F6E836-8541-462C-9FB6-D1E4370E5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63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28" name="Picture 27" descr="Logo&#10;&#10;Description automatically generated">
            <a:extLst>
              <a:ext uri="{FF2B5EF4-FFF2-40B4-BE49-F238E27FC236}">
                <a16:creationId xmlns:a16="http://schemas.microsoft.com/office/drawing/2014/main" id="{49FFDF8D-146E-4AE1-BD0F-B46B8C626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212" y="538042"/>
            <a:ext cx="1988820" cy="3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23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5">
            <a:extLst>
              <a:ext uri="{FF2B5EF4-FFF2-40B4-BE49-F238E27FC236}">
                <a16:creationId xmlns:a16="http://schemas.microsoft.com/office/drawing/2014/main" id="{B50AA8C6-693E-4DCE-B1BF-6E71597B49AB}"/>
              </a:ext>
            </a:extLst>
          </p:cNvPr>
          <p:cNvSpPr/>
          <p:nvPr userDrawn="1"/>
        </p:nvSpPr>
        <p:spPr>
          <a:xfrm>
            <a:off x="10510401" y="-9374"/>
            <a:ext cx="1718794" cy="1718794"/>
          </a:xfrm>
          <a:custGeom>
            <a:avLst/>
            <a:gdLst>
              <a:gd name="connsiteX0" fmla="*/ 922721 w 922720"/>
              <a:gd name="connsiteY0" fmla="*/ 0 h 922720"/>
              <a:gd name="connsiteX1" fmla="*/ 0 w 922720"/>
              <a:gd name="connsiteY1" fmla="*/ 922721 h 922720"/>
              <a:gd name="connsiteX2" fmla="*/ 0 w 922720"/>
              <a:gd name="connsiteY2" fmla="*/ 0 h 922720"/>
              <a:gd name="connsiteX3" fmla="*/ 922721 w 922720"/>
              <a:gd name="connsiteY3" fmla="*/ 0 h 92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0" h="922720">
                <a:moveTo>
                  <a:pt x="922721" y="0"/>
                </a:moveTo>
                <a:cubicBezTo>
                  <a:pt x="922721" y="509609"/>
                  <a:pt x="509609" y="922721"/>
                  <a:pt x="0" y="922721"/>
                </a:cubicBezTo>
                <a:lnTo>
                  <a:pt x="0" y="0"/>
                </a:lnTo>
                <a:lnTo>
                  <a:pt x="922721" y="0"/>
                </a:lnTo>
                <a:close/>
              </a:path>
            </a:pathLst>
          </a:custGeom>
          <a:solidFill>
            <a:schemeClr val="tx2"/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F1085-E7BC-4EAA-B061-1812B090A8C2}"/>
              </a:ext>
            </a:extLst>
          </p:cNvPr>
          <p:cNvSpPr/>
          <p:nvPr userDrawn="1"/>
        </p:nvSpPr>
        <p:spPr>
          <a:xfrm>
            <a:off x="8749946" y="-48260"/>
            <a:ext cx="1762564" cy="1762564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Graphic 30">
            <a:extLst>
              <a:ext uri="{FF2B5EF4-FFF2-40B4-BE49-F238E27FC236}">
                <a16:creationId xmlns:a16="http://schemas.microsoft.com/office/drawing/2014/main" id="{01A6201F-D53A-44E6-9715-09A16B1F9C52}"/>
              </a:ext>
            </a:extLst>
          </p:cNvPr>
          <p:cNvSpPr/>
          <p:nvPr userDrawn="1"/>
        </p:nvSpPr>
        <p:spPr>
          <a:xfrm>
            <a:off x="7028825" y="1709420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Graphic 41">
            <a:extLst>
              <a:ext uri="{FF2B5EF4-FFF2-40B4-BE49-F238E27FC236}">
                <a16:creationId xmlns:a16="http://schemas.microsoft.com/office/drawing/2014/main" id="{E8132724-214B-4782-BA44-300E7D5575E8}"/>
              </a:ext>
            </a:extLst>
          </p:cNvPr>
          <p:cNvSpPr/>
          <p:nvPr userDrawn="1"/>
        </p:nvSpPr>
        <p:spPr>
          <a:xfrm>
            <a:off x="10489605" y="3452823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rgbClr val="D4DCF0"/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Graphic 52">
            <a:extLst>
              <a:ext uri="{FF2B5EF4-FFF2-40B4-BE49-F238E27FC236}">
                <a16:creationId xmlns:a16="http://schemas.microsoft.com/office/drawing/2014/main" id="{50773F6F-848C-403C-A6A6-7E1F5E56A363}"/>
              </a:ext>
            </a:extLst>
          </p:cNvPr>
          <p:cNvSpPr/>
          <p:nvPr userDrawn="1"/>
        </p:nvSpPr>
        <p:spPr>
          <a:xfrm>
            <a:off x="7070455" y="5155218"/>
            <a:ext cx="1690082" cy="1690082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40CC345-E334-4DD2-9754-73CF5B23D1CF}"/>
              </a:ext>
            </a:extLst>
          </p:cNvPr>
          <p:cNvSpPr/>
          <p:nvPr userDrawn="1"/>
        </p:nvSpPr>
        <p:spPr>
          <a:xfrm>
            <a:off x="8771831" y="5130416"/>
            <a:ext cx="1763321" cy="176332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Graphic 30">
            <a:extLst>
              <a:ext uri="{FF2B5EF4-FFF2-40B4-BE49-F238E27FC236}">
                <a16:creationId xmlns:a16="http://schemas.microsoft.com/office/drawing/2014/main" id="{17310742-5C8F-4CAE-A044-05DFB45E77F6}"/>
              </a:ext>
            </a:extLst>
          </p:cNvPr>
          <p:cNvSpPr/>
          <p:nvPr userDrawn="1"/>
        </p:nvSpPr>
        <p:spPr>
          <a:xfrm rot="10800000">
            <a:off x="8771831" y="3417963"/>
            <a:ext cx="1718794" cy="1718794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Graphic 30">
            <a:extLst>
              <a:ext uri="{FF2B5EF4-FFF2-40B4-BE49-F238E27FC236}">
                <a16:creationId xmlns:a16="http://schemas.microsoft.com/office/drawing/2014/main" id="{04F12F07-80A8-4942-B52D-07DBE055F1D1}"/>
              </a:ext>
            </a:extLst>
          </p:cNvPr>
          <p:cNvSpPr/>
          <p:nvPr userDrawn="1"/>
        </p:nvSpPr>
        <p:spPr>
          <a:xfrm rot="10800000">
            <a:off x="10490624" y="5158867"/>
            <a:ext cx="1701375" cy="1701375"/>
          </a:xfrm>
          <a:custGeom>
            <a:avLst/>
            <a:gdLst>
              <a:gd name="connsiteX0" fmla="*/ 64089 w 922721"/>
              <a:gd name="connsiteY0" fmla="*/ 922722 h 922721"/>
              <a:gd name="connsiteX1" fmla="*/ 922722 w 922721"/>
              <a:gd name="connsiteY1" fmla="*/ 64089 h 922721"/>
              <a:gd name="connsiteX2" fmla="*/ 922722 w 922721"/>
              <a:gd name="connsiteY2" fmla="*/ 0 h 922721"/>
              <a:gd name="connsiteX3" fmla="*/ 0 w 922721"/>
              <a:gd name="connsiteY3" fmla="*/ 0 h 922721"/>
              <a:gd name="connsiteX4" fmla="*/ 0 w 922721"/>
              <a:gd name="connsiteY4" fmla="*/ 922722 h 922721"/>
              <a:gd name="connsiteX5" fmla="*/ 64089 w 922721"/>
              <a:gd name="connsiteY5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2721" h="922721">
                <a:moveTo>
                  <a:pt x="64089" y="922722"/>
                </a:moveTo>
                <a:cubicBezTo>
                  <a:pt x="64089" y="448501"/>
                  <a:pt x="448501" y="64089"/>
                  <a:pt x="922722" y="64089"/>
                </a:cubicBezTo>
                <a:lnTo>
                  <a:pt x="922722" y="0"/>
                </a:lnTo>
                <a:lnTo>
                  <a:pt x="0" y="0"/>
                </a:lnTo>
                <a:lnTo>
                  <a:pt x="0" y="922722"/>
                </a:lnTo>
                <a:lnTo>
                  <a:pt x="64089" y="922722"/>
                </a:lnTo>
                <a:close/>
              </a:path>
            </a:pathLst>
          </a:custGeom>
          <a:solidFill>
            <a:schemeClr val="tx2"/>
          </a:solidFill>
          <a:ln w="12123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Graphic 41">
            <a:extLst>
              <a:ext uri="{FF2B5EF4-FFF2-40B4-BE49-F238E27FC236}">
                <a16:creationId xmlns:a16="http://schemas.microsoft.com/office/drawing/2014/main" id="{12A66D4A-B35E-4112-9DAD-8F5C15AC9268}"/>
              </a:ext>
            </a:extLst>
          </p:cNvPr>
          <p:cNvSpPr/>
          <p:nvPr userDrawn="1"/>
        </p:nvSpPr>
        <p:spPr>
          <a:xfrm>
            <a:off x="7064298" y="3446185"/>
            <a:ext cx="1702395" cy="1702395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tx2"/>
          </a:solidFill>
          <a:ln w="1204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Graphic 52">
            <a:extLst>
              <a:ext uri="{FF2B5EF4-FFF2-40B4-BE49-F238E27FC236}">
                <a16:creationId xmlns:a16="http://schemas.microsoft.com/office/drawing/2014/main" id="{15A5BD5F-4E2F-4DF2-B912-97A11A198B84}"/>
              </a:ext>
            </a:extLst>
          </p:cNvPr>
          <p:cNvSpPr/>
          <p:nvPr userDrawn="1"/>
        </p:nvSpPr>
        <p:spPr>
          <a:xfrm>
            <a:off x="10489604" y="1707964"/>
            <a:ext cx="1718793" cy="1718793"/>
          </a:xfrm>
          <a:custGeom>
            <a:avLst/>
            <a:gdLst>
              <a:gd name="connsiteX0" fmla="*/ 0 w 922721"/>
              <a:gd name="connsiteY0" fmla="*/ 0 h 922721"/>
              <a:gd name="connsiteX1" fmla="*/ 922722 w 922721"/>
              <a:gd name="connsiteY1" fmla="*/ 0 h 922721"/>
              <a:gd name="connsiteX2" fmla="*/ 922722 w 922721"/>
              <a:gd name="connsiteY2" fmla="*/ 922722 h 922721"/>
              <a:gd name="connsiteX3" fmla="*/ 0 w 922721"/>
              <a:gd name="connsiteY3" fmla="*/ 922722 h 92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721" h="922721">
                <a:moveTo>
                  <a:pt x="0" y="0"/>
                </a:moveTo>
                <a:lnTo>
                  <a:pt x="922722" y="0"/>
                </a:lnTo>
                <a:lnTo>
                  <a:pt x="922722" y="922722"/>
                </a:lnTo>
                <a:lnTo>
                  <a:pt x="0" y="922722"/>
                </a:lnTo>
                <a:close/>
              </a:path>
            </a:pathLst>
          </a:custGeom>
          <a:solidFill>
            <a:srgbClr val="A9B8E1"/>
          </a:solidFill>
          <a:ln w="121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Graphic 41">
            <a:extLst>
              <a:ext uri="{FF2B5EF4-FFF2-40B4-BE49-F238E27FC236}">
                <a16:creationId xmlns:a16="http://schemas.microsoft.com/office/drawing/2014/main" id="{8C8AFF78-5B6A-4F97-A58E-CFB91D5BE49E}"/>
              </a:ext>
            </a:extLst>
          </p:cNvPr>
          <p:cNvSpPr/>
          <p:nvPr userDrawn="1"/>
        </p:nvSpPr>
        <p:spPr>
          <a:xfrm>
            <a:off x="7017253" y="-22727"/>
            <a:ext cx="1731420" cy="1731420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Graphic 41">
            <a:extLst>
              <a:ext uri="{FF2B5EF4-FFF2-40B4-BE49-F238E27FC236}">
                <a16:creationId xmlns:a16="http://schemas.microsoft.com/office/drawing/2014/main" id="{2E4C15D2-BD52-402B-A394-0B1E65B04DBD}"/>
              </a:ext>
            </a:extLst>
          </p:cNvPr>
          <p:cNvSpPr/>
          <p:nvPr userDrawn="1"/>
        </p:nvSpPr>
        <p:spPr>
          <a:xfrm rot="10800000">
            <a:off x="8747618" y="1695901"/>
            <a:ext cx="1752229" cy="1752229"/>
          </a:xfrm>
          <a:custGeom>
            <a:avLst/>
            <a:gdLst>
              <a:gd name="connsiteX0" fmla="*/ 916769 w 916768"/>
              <a:gd name="connsiteY0" fmla="*/ 0 h 916768"/>
              <a:gd name="connsiteX1" fmla="*/ 916769 w 916768"/>
              <a:gd name="connsiteY1" fmla="*/ 916769 h 916768"/>
              <a:gd name="connsiteX2" fmla="*/ 0 w 916768"/>
              <a:gd name="connsiteY2" fmla="*/ 916769 h 916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68" h="916768">
                <a:moveTo>
                  <a:pt x="916769" y="0"/>
                </a:moveTo>
                <a:lnTo>
                  <a:pt x="916769" y="916769"/>
                </a:lnTo>
                <a:lnTo>
                  <a:pt x="0" y="916769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1204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293EADC-E3A8-4D5E-A31C-3F93B96FC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4223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D72FFD6-DC83-4CAE-8481-3BCDAA6881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563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9C2818A-F624-4D3F-A481-AB49F50235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563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8F6E836-8541-462C-9FB6-D1E4370E51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63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  <p:pic>
        <p:nvPicPr>
          <p:cNvPr id="21" name="Picture 20" descr="Shape&#10;&#10;Description automatically generated with medium confidence">
            <a:extLst>
              <a:ext uri="{FF2B5EF4-FFF2-40B4-BE49-F238E27FC236}">
                <a16:creationId xmlns:a16="http://schemas.microsoft.com/office/drawing/2014/main" id="{D3A3986D-72D6-435B-8101-B9CD37A1DA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212" y="538041"/>
            <a:ext cx="2056042" cy="31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780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E17D5-BBD7-415E-9902-FE885EBAF1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32728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FD4952-1C36-4C71-9CE1-877B8F3F56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027C5-0D42-450B-BBC6-55020CE36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252"/>
          <a:stretch/>
        </p:blipFill>
        <p:spPr>
          <a:xfrm rot="5400000">
            <a:off x="5715000" y="381000"/>
            <a:ext cx="6858000" cy="6096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D82F2D8-E6B6-491E-BB2A-E97F6B796C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301" y="538042"/>
            <a:ext cx="1988820" cy="306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587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7">
    <p:bg>
      <p:bgPr>
        <a:solidFill>
          <a:schemeClr val="bg1"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holding a knife&#10;&#10;Description automatically generated with low confidence">
            <a:extLst>
              <a:ext uri="{FF2B5EF4-FFF2-40B4-BE49-F238E27FC236}">
                <a16:creationId xmlns:a16="http://schemas.microsoft.com/office/drawing/2014/main" id="{88395D42-970F-4B5C-A44E-11B8D713C6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942"/>
          <a:stretch/>
        </p:blipFill>
        <p:spPr>
          <a:xfrm flipH="1">
            <a:off x="-266700" y="-4"/>
            <a:ext cx="12458700" cy="689172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027C5-0D42-450B-BBC6-55020CE36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252"/>
          <a:stretch/>
        </p:blipFill>
        <p:spPr>
          <a:xfrm rot="5400000">
            <a:off x="5715000" y="380999"/>
            <a:ext cx="6858000" cy="6096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D82F2D8-E6B6-491E-BB2A-E97F6B796C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301" y="538042"/>
            <a:ext cx="1988820" cy="306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1149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itting in a room&#10;&#10;Description automatically generated with low confidence">
            <a:extLst>
              <a:ext uri="{FF2B5EF4-FFF2-40B4-BE49-F238E27FC236}">
                <a16:creationId xmlns:a16="http://schemas.microsoft.com/office/drawing/2014/main" id="{4F5B5E9C-1771-47D5-A92A-7C822238FF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0"/>
            <a:ext cx="12191999" cy="68580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027C5-0D42-450B-BBC6-55020CE36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252"/>
          <a:stretch/>
        </p:blipFill>
        <p:spPr>
          <a:xfrm rot="5400000">
            <a:off x="5715000" y="381000"/>
            <a:ext cx="6858000" cy="6096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D82F2D8-E6B6-491E-BB2A-E97F6B796C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301" y="538042"/>
            <a:ext cx="1988820" cy="306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78964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B5E9C-1771-47D5-A92A-7C822238FF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-2"/>
            <a:ext cx="12191999" cy="68580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027C5-0D42-450B-BBC6-55020CE36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252"/>
          <a:stretch/>
        </p:blipFill>
        <p:spPr>
          <a:xfrm rot="5400000">
            <a:off x="5715000" y="381000"/>
            <a:ext cx="6858000" cy="6096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D82F2D8-E6B6-491E-BB2A-E97F6B796C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301" y="538042"/>
            <a:ext cx="1988820" cy="306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182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standing&#10;&#10;Description automatically generated">
            <a:extLst>
              <a:ext uri="{FF2B5EF4-FFF2-40B4-BE49-F238E27FC236}">
                <a16:creationId xmlns:a16="http://schemas.microsoft.com/office/drawing/2014/main" id="{EDEE3326-9CCD-464F-8E41-5F16033AAB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6096000" y="0"/>
            <a:ext cx="6096000" cy="6858001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9027C5-0D42-450B-BBC6-55020CE36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2252"/>
          <a:stretch/>
        </p:blipFill>
        <p:spPr>
          <a:xfrm rot="5400000">
            <a:off x="5715000" y="381000"/>
            <a:ext cx="6858000" cy="6096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D82F2D8-E6B6-491E-BB2A-E97F6B796C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301" y="538042"/>
            <a:ext cx="1988820" cy="3068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7960" y="2236946"/>
            <a:ext cx="4838700" cy="12987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Title/Name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1464F68-685D-4D42-86DA-56961A0441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1300" y="4097652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4AD0B9E-3EE2-482C-AAE2-56B15A75BA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5378132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B8C6F2C-8686-40A8-B85C-4F7B572A6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1300" y="4908500"/>
            <a:ext cx="4107180" cy="37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4564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FD4952-1C36-4C71-9CE1-877B8F3F56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086DE4-0465-4BF8-BA00-D213D04DC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060A99B2-036E-442D-BA74-BD11774E8A6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7257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wo people looking at a white board&#10;&#10;Description automatically generated with medium confidence">
            <a:extLst>
              <a:ext uri="{FF2B5EF4-FFF2-40B4-BE49-F238E27FC236}">
                <a16:creationId xmlns:a16="http://schemas.microsoft.com/office/drawing/2014/main" id="{4B99A4C5-5F0C-456D-8E0F-172C360FC0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086DE4-0465-4BF8-BA00-D213D04DC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737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0D5907-51A9-45C0-A735-B4066843DA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2498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person, indoor, electronics&#10;&#10;Description automatically generated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74"/>
            <a:ext cx="12192000" cy="688111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344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60580" cy="6866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212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92553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035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6383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4666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748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7A3705-D5B8-41C9-92D9-F7FAB1DC5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49C71F-27D2-49A2-BE48-D594D7CA7D6D}"/>
              </a:ext>
            </a:extLst>
          </p:cNvPr>
          <p:cNvSpPr/>
          <p:nvPr userDrawn="1"/>
        </p:nvSpPr>
        <p:spPr>
          <a:xfrm>
            <a:off x="0" y="3916681"/>
            <a:ext cx="12192000" cy="2941320"/>
          </a:xfrm>
          <a:prstGeom prst="rect">
            <a:avLst/>
          </a:prstGeom>
          <a:solidFill>
            <a:schemeClr val="tx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9D2D-B846-4ED6-A1DF-8C9C6A0835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6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295"/>
          <a:stretch/>
        </p:blipFill>
        <p:spPr>
          <a:xfrm>
            <a:off x="0" y="3924681"/>
            <a:ext cx="12192000" cy="2933319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C4B946-69EC-4906-BF89-6733C21AB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4875016"/>
            <a:ext cx="9729788" cy="66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Title</a:t>
            </a:r>
            <a:endParaRPr lang="en-IN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C5E7D7F-4635-42B7-9EBB-C8482DB294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599" y="5852995"/>
            <a:ext cx="4107180" cy="718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Presentation subtitle – this can be a short description</a:t>
            </a:r>
            <a:endParaRPr lang="en-IN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80026F8-43C0-4E33-BFAC-697A9CF8A9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45387" y="6162514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 of the presentation</a:t>
            </a:r>
            <a:endParaRPr lang="en-IN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459342-0AD6-4F98-85BF-D2601D6676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45387" y="5720061"/>
            <a:ext cx="3271776" cy="37528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of the presenter</a:t>
            </a:r>
            <a:endParaRPr lang="en-IN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8CB9DAB-7693-4778-99E1-C10E098021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741" y="4183032"/>
            <a:ext cx="2125980" cy="32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2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53EC4C8-C23A-44C2-9DC9-7258EBF5EC0C}"/>
              </a:ext>
            </a:extLst>
          </p:cNvPr>
          <p:cNvSpPr txBox="1"/>
          <p:nvPr/>
        </p:nvSpPr>
        <p:spPr>
          <a:xfrm>
            <a:off x="20320" y="6541249"/>
            <a:ext cx="5350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 Regular"/>
                <a:cs typeface="Arial" panose="020B0604020202020204" pitchFamily="34" charset="0"/>
              </a:rPr>
              <a:t>Page </a:t>
            </a:r>
            <a:fld id="{B947F380-F5A3-EC4A-93F6-D4C42508984B}" type="slidenum">
              <a:rPr lang="en-US" sz="1200" smtClean="0">
                <a:latin typeface="Arial Regular"/>
                <a:cs typeface="Arial" panose="020B0604020202020204" pitchFamily="34" charset="0"/>
              </a:rPr>
              <a:t>‹#›</a:t>
            </a:fld>
            <a:r>
              <a:rPr lang="en-US" sz="1200">
                <a:latin typeface="Arial Regular"/>
                <a:cs typeface="Arial" panose="020B0604020202020204" pitchFamily="34" charset="0"/>
              </a:rPr>
              <a:t> | © Zensar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1200">
                <a:latin typeface="Arial Regular"/>
                <a:cs typeface="Arial" panose="020B0604020202020204" pitchFamily="34" charset="0"/>
              </a:rPr>
              <a:t>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DA2D9-FCD8-B79F-5EDD-4D19AE045B6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4656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474549A-C738-416B-86F5-7003C5CDD3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77647" y="191361"/>
            <a:ext cx="1331474" cy="2054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3EC4C8-C23A-44C2-9DC9-7258EBF5EC0C}"/>
              </a:ext>
            </a:extLst>
          </p:cNvPr>
          <p:cNvSpPr txBox="1"/>
          <p:nvPr/>
        </p:nvSpPr>
        <p:spPr>
          <a:xfrm>
            <a:off x="20321" y="6541251"/>
            <a:ext cx="5350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 Regular"/>
                <a:cs typeface="Arial" panose="020B0604020202020204" pitchFamily="34" charset="0"/>
              </a:rPr>
              <a:t>Page </a:t>
            </a:r>
            <a:fld id="{B947F380-F5A3-EC4A-93F6-D4C42508984B}" type="slidenum">
              <a:rPr lang="en-US" sz="1200" smtClean="0">
                <a:latin typeface="Arial Regular"/>
                <a:cs typeface="Arial" panose="020B0604020202020204" pitchFamily="34" charset="0"/>
              </a:rPr>
              <a:t>‹#›</a:t>
            </a:fld>
            <a:r>
              <a:rPr lang="en-US" sz="1200">
                <a:latin typeface="Arial Regular"/>
                <a:cs typeface="Arial" panose="020B0604020202020204" pitchFamily="34" charset="0"/>
              </a:rPr>
              <a:t> | © Zensar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1200">
                <a:latin typeface="Arial Regular"/>
                <a:cs typeface="Arial" panose="020B0604020202020204" pitchFamily="34" charset="0"/>
              </a:rPr>
              <a:t>, 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8EB66-5556-717E-77A5-BCA0381160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341" y="6672580"/>
            <a:ext cx="765374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970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/>
  <p:txStyles>
    <p:titleStyle>
      <a:lvl1pPr algn="l" defTabSz="9135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96" indent="-228396" algn="l" defTabSz="9135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89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982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775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568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361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154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947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740" indent="-228396" algn="l" defTabSz="913586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93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586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379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172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965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758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550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4342" algn="l" defTabSz="9135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53EC4C8-C23A-44C2-9DC9-7258EBF5EC0C}"/>
              </a:ext>
            </a:extLst>
          </p:cNvPr>
          <p:cNvSpPr txBox="1"/>
          <p:nvPr/>
        </p:nvSpPr>
        <p:spPr>
          <a:xfrm>
            <a:off x="20320" y="6541249"/>
            <a:ext cx="5350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Arial Regular"/>
                <a:cs typeface="Arial" panose="020B0604020202020204" pitchFamily="34" charset="0"/>
              </a:rPr>
              <a:t>Page </a:t>
            </a:r>
            <a:fld id="{B947F380-F5A3-EC4A-93F6-D4C42508984B}" type="slidenum">
              <a:rPr lang="en-US" sz="1200" smtClean="0">
                <a:latin typeface="Arial Regular"/>
                <a:cs typeface="Arial" panose="020B0604020202020204" pitchFamily="34" charset="0"/>
              </a:rPr>
              <a:t>‹#›</a:t>
            </a:fld>
            <a:r>
              <a:rPr lang="en-US" sz="1200">
                <a:latin typeface="Arial Regular"/>
                <a:cs typeface="Arial" panose="020B0604020202020204" pitchFamily="34" charset="0"/>
              </a:rPr>
              <a:t> | © Zensar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US" sz="1200">
                <a:latin typeface="Arial Regular"/>
                <a:cs typeface="Arial" panose="020B0604020202020204" pitchFamily="34" charset="0"/>
              </a:rPr>
              <a:t>, 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DA2D9-FCD8-B79F-5EDD-4D19AE045B6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6350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3868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4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5.jpe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emf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25.pn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6" Type="http://schemas.openxmlformats.org/officeDocument/2006/relationships/hyperlink" Target="http://www.zensar.com/" TargetMode="External"/><Relationship Id="rId5" Type="http://schemas.microsoft.com/office/2007/relationships/hdphoto" Target="../media/hdphoto3.wdp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9AF99A-664C-4C80-B7C5-455465C51B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644" y="4875016"/>
            <a:ext cx="11091431" cy="668744"/>
          </a:xfrm>
        </p:spPr>
        <p:txBody>
          <a:bodyPr/>
          <a:lstStyle/>
          <a:p>
            <a:r>
              <a:rPr lang="en-US" sz="3200" b="1"/>
              <a:t>Customer and Partner Lifecycle Management (CPLM) </a:t>
            </a:r>
            <a:br>
              <a:rPr lang="en-US" sz="3200" b="1"/>
            </a:br>
            <a:r>
              <a:rPr lang="en-US" sz="1800"/>
              <a:t>From Onboarding to Renewal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93316C-3BB8-4038-9609-5B036802A5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2868" y="5852995"/>
            <a:ext cx="11091432" cy="718187"/>
          </a:xfrm>
        </p:spPr>
        <p:txBody>
          <a:bodyPr/>
          <a:lstStyle/>
          <a:p>
            <a:r>
              <a:rPr lang="en-US" sz="1600"/>
              <a:t>Owning and Optimizing End-to-End Lifecycle Management for Predictable Revenue Growth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6A0BF7-C310-4D80-9B86-E389268BB870}"/>
              </a:ext>
            </a:extLst>
          </p:cNvPr>
          <p:cNvCxnSpPr/>
          <p:nvPr/>
        </p:nvCxnSpPr>
        <p:spPr>
          <a:xfrm>
            <a:off x="539332" y="5704821"/>
            <a:ext cx="13563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140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9089-044F-095A-D375-0212C5BB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E3EC68-7F4C-0204-A496-C81448009E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017" y="235826"/>
            <a:ext cx="10240588" cy="328447"/>
          </a:xfrm>
        </p:spPr>
        <p:txBody>
          <a:bodyPr/>
          <a:lstStyle/>
          <a:p>
            <a:pPr>
              <a:defRPr/>
            </a:pPr>
            <a:r>
              <a:rPr lang="en-US" sz="3200" b="1">
                <a:solidFill>
                  <a:srgbClr val="000000"/>
                </a:solidFill>
                <a:latin typeface="Arial"/>
                <a:ea typeface="+mj-ea"/>
                <a:cs typeface="+mj-cs"/>
              </a:rPr>
              <a:t>Business Challenges in Hi-Tech Industry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4C38-7024-084C-F764-C61044F3B653}"/>
              </a:ext>
            </a:extLst>
          </p:cNvPr>
          <p:cNvSpPr txBox="1"/>
          <p:nvPr/>
        </p:nvSpPr>
        <p:spPr>
          <a:xfrm>
            <a:off x="506058" y="865437"/>
            <a:ext cx="5227365" cy="338554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Arial"/>
                <a:cs typeface="Arial"/>
              </a:rPr>
              <a:t>           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Business Challenge 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42A3-7955-0A4A-FC51-D13A8FFF55CF}"/>
              </a:ext>
            </a:extLst>
          </p:cNvPr>
          <p:cNvSpPr txBox="1"/>
          <p:nvPr/>
        </p:nvSpPr>
        <p:spPr>
          <a:xfrm>
            <a:off x="6500689" y="865437"/>
            <a:ext cx="5287541" cy="369332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/>
                <a:cs typeface="Arial"/>
              </a:rPr>
              <a:t>         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Business Challenge 2</a:t>
            </a:r>
            <a:endParaRPr 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B57BD-DB1B-AF73-E173-6120F509E5F6}"/>
              </a:ext>
            </a:extLst>
          </p:cNvPr>
          <p:cNvSpPr txBox="1"/>
          <p:nvPr/>
        </p:nvSpPr>
        <p:spPr>
          <a:xfrm>
            <a:off x="462417" y="3888150"/>
            <a:ext cx="5401354" cy="456535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/>
                <a:cs typeface="Arial"/>
              </a:rPr>
              <a:t>          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Business Challenge 3 </a:t>
            </a:r>
            <a:endParaRPr lang="en-US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A06F2-4EAB-D89B-B7E3-A9F2DAE360CE}"/>
              </a:ext>
            </a:extLst>
          </p:cNvPr>
          <p:cNvSpPr txBox="1"/>
          <p:nvPr/>
        </p:nvSpPr>
        <p:spPr>
          <a:xfrm>
            <a:off x="6458578" y="3843216"/>
            <a:ext cx="5287541" cy="369332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         Business Challenge 4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A754280-06BA-EF70-4A03-0A226D2881FE}"/>
              </a:ext>
            </a:extLst>
          </p:cNvPr>
          <p:cNvGrpSpPr/>
          <p:nvPr/>
        </p:nvGrpSpPr>
        <p:grpSpPr>
          <a:xfrm rot="10800000">
            <a:off x="6440639" y="992122"/>
            <a:ext cx="490094" cy="245047"/>
            <a:chOff x="607871" y="2144880"/>
            <a:chExt cx="3434080" cy="171704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9AEDFFF1-5899-9CB4-4382-2C87D22D3C23}"/>
                </a:ext>
              </a:extLst>
            </p:cNvPr>
            <p:cNvSpPr/>
            <p:nvPr/>
          </p:nvSpPr>
          <p:spPr>
            <a:xfrm flipH="1">
              <a:off x="607871" y="2144880"/>
              <a:ext cx="1717040" cy="1717040"/>
            </a:xfrm>
            <a:custGeom>
              <a:avLst/>
              <a:gdLst>
                <a:gd name="connsiteX0" fmla="*/ 922721 w 922720"/>
                <a:gd name="connsiteY0" fmla="*/ 0 h 922720"/>
                <a:gd name="connsiteX1" fmla="*/ 0 w 922720"/>
                <a:gd name="connsiteY1" fmla="*/ 922721 h 922720"/>
                <a:gd name="connsiteX2" fmla="*/ 0 w 922720"/>
                <a:gd name="connsiteY2" fmla="*/ 0 h 922720"/>
                <a:gd name="connsiteX3" fmla="*/ 922721 w 922720"/>
                <a:gd name="connsiteY3" fmla="*/ 0 h 92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720" h="922720">
                  <a:moveTo>
                    <a:pt x="922721" y="0"/>
                  </a:moveTo>
                  <a:cubicBezTo>
                    <a:pt x="922721" y="509609"/>
                    <a:pt x="509609" y="922721"/>
                    <a:pt x="0" y="922721"/>
                  </a:cubicBezTo>
                  <a:lnTo>
                    <a:pt x="0" y="0"/>
                  </a:lnTo>
                  <a:lnTo>
                    <a:pt x="922721" y="0"/>
                  </a:lnTo>
                  <a:close/>
                </a:path>
              </a:pathLst>
            </a:custGeom>
            <a:grpFill/>
            <a:ln w="1212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DE70F65D-5E9B-7552-7B49-F6D6D5495394}"/>
                </a:ext>
              </a:extLst>
            </p:cNvPr>
            <p:cNvSpPr/>
            <p:nvPr/>
          </p:nvSpPr>
          <p:spPr>
            <a:xfrm rot="16200000" flipH="1">
              <a:off x="2324911" y="2144880"/>
              <a:ext cx="1717040" cy="1717040"/>
            </a:xfrm>
            <a:custGeom>
              <a:avLst/>
              <a:gdLst>
                <a:gd name="connsiteX0" fmla="*/ 922721 w 922720"/>
                <a:gd name="connsiteY0" fmla="*/ 0 h 922720"/>
                <a:gd name="connsiteX1" fmla="*/ 0 w 922720"/>
                <a:gd name="connsiteY1" fmla="*/ 922721 h 922720"/>
                <a:gd name="connsiteX2" fmla="*/ 0 w 922720"/>
                <a:gd name="connsiteY2" fmla="*/ 0 h 922720"/>
                <a:gd name="connsiteX3" fmla="*/ 922721 w 922720"/>
                <a:gd name="connsiteY3" fmla="*/ 0 h 92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720" h="922720">
                  <a:moveTo>
                    <a:pt x="922721" y="0"/>
                  </a:moveTo>
                  <a:cubicBezTo>
                    <a:pt x="922721" y="509609"/>
                    <a:pt x="509609" y="922721"/>
                    <a:pt x="0" y="922721"/>
                  </a:cubicBezTo>
                  <a:lnTo>
                    <a:pt x="0" y="0"/>
                  </a:lnTo>
                  <a:lnTo>
                    <a:pt x="922721" y="0"/>
                  </a:lnTo>
                  <a:close/>
                </a:path>
              </a:pathLst>
            </a:custGeom>
            <a:grpFill/>
            <a:ln w="1212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97473AE-708E-3C8C-BA68-0F3498E15A80}"/>
              </a:ext>
            </a:extLst>
          </p:cNvPr>
          <p:cNvGrpSpPr/>
          <p:nvPr/>
        </p:nvGrpSpPr>
        <p:grpSpPr>
          <a:xfrm rot="10800000">
            <a:off x="458569" y="3958074"/>
            <a:ext cx="490094" cy="264150"/>
            <a:chOff x="607871" y="2144880"/>
            <a:chExt cx="3434080" cy="171704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4" name="Graphic 9">
              <a:extLst>
                <a:ext uri="{FF2B5EF4-FFF2-40B4-BE49-F238E27FC236}">
                  <a16:creationId xmlns:a16="http://schemas.microsoft.com/office/drawing/2014/main" id="{E3E60CC8-8E43-B201-B614-30B43D396BCB}"/>
                </a:ext>
              </a:extLst>
            </p:cNvPr>
            <p:cNvSpPr/>
            <p:nvPr/>
          </p:nvSpPr>
          <p:spPr>
            <a:xfrm flipH="1">
              <a:off x="607871" y="2144880"/>
              <a:ext cx="1717040" cy="1717040"/>
            </a:xfrm>
            <a:custGeom>
              <a:avLst/>
              <a:gdLst>
                <a:gd name="connsiteX0" fmla="*/ 922721 w 922720"/>
                <a:gd name="connsiteY0" fmla="*/ 0 h 922720"/>
                <a:gd name="connsiteX1" fmla="*/ 0 w 922720"/>
                <a:gd name="connsiteY1" fmla="*/ 922721 h 922720"/>
                <a:gd name="connsiteX2" fmla="*/ 0 w 922720"/>
                <a:gd name="connsiteY2" fmla="*/ 0 h 922720"/>
                <a:gd name="connsiteX3" fmla="*/ 922721 w 922720"/>
                <a:gd name="connsiteY3" fmla="*/ 0 h 92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720" h="922720">
                  <a:moveTo>
                    <a:pt x="922721" y="0"/>
                  </a:moveTo>
                  <a:cubicBezTo>
                    <a:pt x="922721" y="509609"/>
                    <a:pt x="509609" y="922721"/>
                    <a:pt x="0" y="922721"/>
                  </a:cubicBezTo>
                  <a:lnTo>
                    <a:pt x="0" y="0"/>
                  </a:lnTo>
                  <a:lnTo>
                    <a:pt x="922721" y="0"/>
                  </a:lnTo>
                  <a:close/>
                </a:path>
              </a:pathLst>
            </a:custGeom>
            <a:grpFill/>
            <a:ln w="1212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Graphic 9">
              <a:extLst>
                <a:ext uri="{FF2B5EF4-FFF2-40B4-BE49-F238E27FC236}">
                  <a16:creationId xmlns:a16="http://schemas.microsoft.com/office/drawing/2014/main" id="{5BC237B8-0338-073B-94C2-3F1707B858B2}"/>
                </a:ext>
              </a:extLst>
            </p:cNvPr>
            <p:cNvSpPr/>
            <p:nvPr/>
          </p:nvSpPr>
          <p:spPr>
            <a:xfrm rot="16200000" flipH="1">
              <a:off x="2324911" y="2144880"/>
              <a:ext cx="1717040" cy="1717040"/>
            </a:xfrm>
            <a:custGeom>
              <a:avLst/>
              <a:gdLst>
                <a:gd name="connsiteX0" fmla="*/ 922721 w 922720"/>
                <a:gd name="connsiteY0" fmla="*/ 0 h 922720"/>
                <a:gd name="connsiteX1" fmla="*/ 0 w 922720"/>
                <a:gd name="connsiteY1" fmla="*/ 922721 h 922720"/>
                <a:gd name="connsiteX2" fmla="*/ 0 w 922720"/>
                <a:gd name="connsiteY2" fmla="*/ 0 h 922720"/>
                <a:gd name="connsiteX3" fmla="*/ 922721 w 922720"/>
                <a:gd name="connsiteY3" fmla="*/ 0 h 92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2720" h="922720">
                  <a:moveTo>
                    <a:pt x="922721" y="0"/>
                  </a:moveTo>
                  <a:cubicBezTo>
                    <a:pt x="922721" y="509609"/>
                    <a:pt x="509609" y="922721"/>
                    <a:pt x="0" y="922721"/>
                  </a:cubicBezTo>
                  <a:lnTo>
                    <a:pt x="0" y="0"/>
                  </a:lnTo>
                  <a:lnTo>
                    <a:pt x="922721" y="0"/>
                  </a:lnTo>
                  <a:close/>
                </a:path>
              </a:pathLst>
            </a:custGeom>
            <a:grpFill/>
            <a:ln w="1212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CF54033-8B54-98EA-DCD3-8D63694CE63A}"/>
              </a:ext>
            </a:extLst>
          </p:cNvPr>
          <p:cNvGrpSpPr/>
          <p:nvPr/>
        </p:nvGrpSpPr>
        <p:grpSpPr>
          <a:xfrm>
            <a:off x="6461739" y="3667399"/>
            <a:ext cx="512580" cy="432371"/>
            <a:chOff x="6461739" y="3952378"/>
            <a:chExt cx="512580" cy="43237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268FC27-499E-54D8-1FD1-541AB41F4B8D}"/>
                </a:ext>
              </a:extLst>
            </p:cNvPr>
            <p:cNvGrpSpPr/>
            <p:nvPr/>
          </p:nvGrpSpPr>
          <p:grpSpPr>
            <a:xfrm rot="10800000">
              <a:off x="6461739" y="4139702"/>
              <a:ext cx="490094" cy="245047"/>
              <a:chOff x="607871" y="2144880"/>
              <a:chExt cx="3434080" cy="1717040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37" name="Graphic 9">
                <a:extLst>
                  <a:ext uri="{FF2B5EF4-FFF2-40B4-BE49-F238E27FC236}">
                    <a16:creationId xmlns:a16="http://schemas.microsoft.com/office/drawing/2014/main" id="{8ADAB78C-653E-041F-FB85-E0270B5DB96F}"/>
                  </a:ext>
                </a:extLst>
              </p:cNvPr>
              <p:cNvSpPr/>
              <p:nvPr/>
            </p:nvSpPr>
            <p:spPr>
              <a:xfrm flipH="1">
                <a:off x="607871" y="2144880"/>
                <a:ext cx="1717040" cy="1717040"/>
              </a:xfrm>
              <a:custGeom>
                <a:avLst/>
                <a:gdLst>
                  <a:gd name="connsiteX0" fmla="*/ 922721 w 922720"/>
                  <a:gd name="connsiteY0" fmla="*/ 0 h 922720"/>
                  <a:gd name="connsiteX1" fmla="*/ 0 w 922720"/>
                  <a:gd name="connsiteY1" fmla="*/ 922721 h 922720"/>
                  <a:gd name="connsiteX2" fmla="*/ 0 w 922720"/>
                  <a:gd name="connsiteY2" fmla="*/ 0 h 922720"/>
                  <a:gd name="connsiteX3" fmla="*/ 922721 w 922720"/>
                  <a:gd name="connsiteY3" fmla="*/ 0 h 92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720" h="922720">
                    <a:moveTo>
                      <a:pt x="922721" y="0"/>
                    </a:moveTo>
                    <a:cubicBezTo>
                      <a:pt x="922721" y="509609"/>
                      <a:pt x="509609" y="922721"/>
                      <a:pt x="0" y="922721"/>
                    </a:cubicBezTo>
                    <a:lnTo>
                      <a:pt x="0" y="0"/>
                    </a:lnTo>
                    <a:lnTo>
                      <a:pt x="922721" y="0"/>
                    </a:lnTo>
                    <a:close/>
                  </a:path>
                </a:pathLst>
              </a:custGeom>
              <a:grpFill/>
              <a:ln w="12123" cap="flat">
                <a:noFill/>
                <a:prstDash val="solid"/>
                <a:miter/>
              </a:ln>
            </p:spPr>
            <p:txBody>
              <a:bodyPr lIns="0" r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" name="Graphic 9">
                <a:extLst>
                  <a:ext uri="{FF2B5EF4-FFF2-40B4-BE49-F238E27FC236}">
                    <a16:creationId xmlns:a16="http://schemas.microsoft.com/office/drawing/2014/main" id="{657E5875-BB1B-07DB-238E-A043EEC8B39B}"/>
                  </a:ext>
                </a:extLst>
              </p:cNvPr>
              <p:cNvSpPr/>
              <p:nvPr/>
            </p:nvSpPr>
            <p:spPr>
              <a:xfrm rot="16200000" flipH="1">
                <a:off x="2324911" y="2144880"/>
                <a:ext cx="1717040" cy="1717040"/>
              </a:xfrm>
              <a:custGeom>
                <a:avLst/>
                <a:gdLst>
                  <a:gd name="connsiteX0" fmla="*/ 922721 w 922720"/>
                  <a:gd name="connsiteY0" fmla="*/ 0 h 922720"/>
                  <a:gd name="connsiteX1" fmla="*/ 0 w 922720"/>
                  <a:gd name="connsiteY1" fmla="*/ 922721 h 922720"/>
                  <a:gd name="connsiteX2" fmla="*/ 0 w 922720"/>
                  <a:gd name="connsiteY2" fmla="*/ 0 h 922720"/>
                  <a:gd name="connsiteX3" fmla="*/ 922721 w 922720"/>
                  <a:gd name="connsiteY3" fmla="*/ 0 h 92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720" h="922720">
                    <a:moveTo>
                      <a:pt x="922721" y="0"/>
                    </a:moveTo>
                    <a:cubicBezTo>
                      <a:pt x="922721" y="509609"/>
                      <a:pt x="509609" y="922721"/>
                      <a:pt x="0" y="922721"/>
                    </a:cubicBezTo>
                    <a:lnTo>
                      <a:pt x="0" y="0"/>
                    </a:lnTo>
                    <a:lnTo>
                      <a:pt x="922721" y="0"/>
                    </a:lnTo>
                    <a:close/>
                  </a:path>
                </a:pathLst>
              </a:custGeom>
              <a:grpFill/>
              <a:ln w="12123" cap="flat">
                <a:noFill/>
                <a:prstDash val="solid"/>
                <a:miter/>
              </a:ln>
            </p:spPr>
            <p:txBody>
              <a:bodyPr lIns="0" r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4E3766F-D18F-2029-16DA-1C0EFDAE4F90}"/>
                </a:ext>
              </a:extLst>
            </p:cNvPr>
            <p:cNvGrpSpPr/>
            <p:nvPr/>
          </p:nvGrpSpPr>
          <p:grpSpPr>
            <a:xfrm>
              <a:off x="6500689" y="3952378"/>
              <a:ext cx="473630" cy="414317"/>
              <a:chOff x="5098971" y="5817623"/>
              <a:chExt cx="734234" cy="642286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FFEE6994-CE6D-D2F2-18FD-C04DC97C2313}"/>
                  </a:ext>
                </a:extLst>
              </p:cNvPr>
              <p:cNvSpPr/>
              <p:nvPr/>
            </p:nvSpPr>
            <p:spPr>
              <a:xfrm>
                <a:off x="5098973" y="5817623"/>
                <a:ext cx="734232" cy="504386"/>
              </a:xfrm>
              <a:custGeom>
                <a:avLst/>
                <a:gdLst>
                  <a:gd name="connsiteX0" fmla="*/ 41794 w 734232"/>
                  <a:gd name="connsiteY0" fmla="*/ 12875 h 504386"/>
                  <a:gd name="connsiteX1" fmla="*/ 12879 w 734232"/>
                  <a:gd name="connsiteY1" fmla="*/ 41789 h 504386"/>
                  <a:gd name="connsiteX2" fmla="*/ 12879 w 734232"/>
                  <a:gd name="connsiteY2" fmla="*/ 462578 h 504386"/>
                  <a:gd name="connsiteX3" fmla="*/ 41794 w 734232"/>
                  <a:gd name="connsiteY3" fmla="*/ 491504 h 504386"/>
                  <a:gd name="connsiteX4" fmla="*/ 692439 w 734232"/>
                  <a:gd name="connsiteY4" fmla="*/ 491504 h 504386"/>
                  <a:gd name="connsiteX5" fmla="*/ 721354 w 734232"/>
                  <a:gd name="connsiteY5" fmla="*/ 462578 h 504386"/>
                  <a:gd name="connsiteX6" fmla="*/ 721354 w 734232"/>
                  <a:gd name="connsiteY6" fmla="*/ 41789 h 504386"/>
                  <a:gd name="connsiteX7" fmla="*/ 692439 w 734232"/>
                  <a:gd name="connsiteY7" fmla="*/ 12875 h 504386"/>
                  <a:gd name="connsiteX8" fmla="*/ 692439 w 734232"/>
                  <a:gd name="connsiteY8" fmla="*/ 504386 h 504386"/>
                  <a:gd name="connsiteX9" fmla="*/ 41794 w 734232"/>
                  <a:gd name="connsiteY9" fmla="*/ 504386 h 504386"/>
                  <a:gd name="connsiteX10" fmla="*/ 0 w 734232"/>
                  <a:gd name="connsiteY10" fmla="*/ 462582 h 504386"/>
                  <a:gd name="connsiteX11" fmla="*/ 0 w 734232"/>
                  <a:gd name="connsiteY11" fmla="*/ 41794 h 504386"/>
                  <a:gd name="connsiteX12" fmla="*/ 41794 w 734232"/>
                  <a:gd name="connsiteY12" fmla="*/ 0 h 504386"/>
                  <a:gd name="connsiteX13" fmla="*/ 692439 w 734232"/>
                  <a:gd name="connsiteY13" fmla="*/ 0 h 504386"/>
                  <a:gd name="connsiteX14" fmla="*/ 734233 w 734232"/>
                  <a:gd name="connsiteY14" fmla="*/ 41794 h 504386"/>
                  <a:gd name="connsiteX15" fmla="*/ 734233 w 734232"/>
                  <a:gd name="connsiteY15" fmla="*/ 462582 h 504386"/>
                  <a:gd name="connsiteX16" fmla="*/ 692439 w 734232"/>
                  <a:gd name="connsiteY16" fmla="*/ 504386 h 504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4232" h="504386">
                    <a:moveTo>
                      <a:pt x="41794" y="12875"/>
                    </a:moveTo>
                    <a:cubicBezTo>
                      <a:pt x="25846" y="12875"/>
                      <a:pt x="12879" y="25841"/>
                      <a:pt x="12879" y="41789"/>
                    </a:cubicBezTo>
                    <a:lnTo>
                      <a:pt x="12879" y="462578"/>
                    </a:lnTo>
                    <a:cubicBezTo>
                      <a:pt x="12879" y="478525"/>
                      <a:pt x="25846" y="491504"/>
                      <a:pt x="41794" y="491504"/>
                    </a:cubicBezTo>
                    <a:lnTo>
                      <a:pt x="692439" y="491504"/>
                    </a:lnTo>
                    <a:cubicBezTo>
                      <a:pt x="708375" y="491504"/>
                      <a:pt x="721354" y="478527"/>
                      <a:pt x="721354" y="462578"/>
                    </a:cubicBezTo>
                    <a:lnTo>
                      <a:pt x="721354" y="41789"/>
                    </a:lnTo>
                    <a:cubicBezTo>
                      <a:pt x="721354" y="25842"/>
                      <a:pt x="708376" y="12875"/>
                      <a:pt x="692439" y="12875"/>
                    </a:cubicBezTo>
                    <a:close/>
                    <a:moveTo>
                      <a:pt x="692439" y="504386"/>
                    </a:moveTo>
                    <a:lnTo>
                      <a:pt x="41794" y="504386"/>
                    </a:lnTo>
                    <a:cubicBezTo>
                      <a:pt x="18750" y="504386"/>
                      <a:pt x="0" y="485636"/>
                      <a:pt x="0" y="462582"/>
                    </a:cubicBezTo>
                    <a:lnTo>
                      <a:pt x="0" y="41794"/>
                    </a:lnTo>
                    <a:cubicBezTo>
                      <a:pt x="0" y="18750"/>
                      <a:pt x="18750" y="0"/>
                      <a:pt x="41794" y="0"/>
                    </a:cubicBezTo>
                    <a:lnTo>
                      <a:pt x="692439" y="0"/>
                    </a:lnTo>
                    <a:cubicBezTo>
                      <a:pt x="715483" y="0"/>
                      <a:pt x="734233" y="18750"/>
                      <a:pt x="734233" y="41794"/>
                    </a:cubicBezTo>
                    <a:lnTo>
                      <a:pt x="734233" y="462582"/>
                    </a:lnTo>
                    <a:cubicBezTo>
                      <a:pt x="734233" y="485636"/>
                      <a:pt x="715483" y="504386"/>
                      <a:pt x="692439" y="50438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E827170-A817-09F4-0D51-CC4DD73F34E6}"/>
                  </a:ext>
                </a:extLst>
              </p:cNvPr>
              <p:cNvSpPr/>
              <p:nvPr/>
            </p:nvSpPr>
            <p:spPr>
              <a:xfrm>
                <a:off x="5098971" y="6217175"/>
                <a:ext cx="734220" cy="12891"/>
              </a:xfrm>
              <a:custGeom>
                <a:avLst/>
                <a:gdLst>
                  <a:gd name="connsiteX0" fmla="*/ 727787 w 734220"/>
                  <a:gd name="connsiteY0" fmla="*/ 12891 h 12891"/>
                  <a:gd name="connsiteX1" fmla="*/ 6434 w 734220"/>
                  <a:gd name="connsiteY1" fmla="*/ 12891 h 12891"/>
                  <a:gd name="connsiteX2" fmla="*/ 0 w 734220"/>
                  <a:gd name="connsiteY2" fmla="*/ 6446 h 12891"/>
                  <a:gd name="connsiteX3" fmla="*/ 6434 w 734220"/>
                  <a:gd name="connsiteY3" fmla="*/ 0 h 12891"/>
                  <a:gd name="connsiteX4" fmla="*/ 727787 w 734220"/>
                  <a:gd name="connsiteY4" fmla="*/ 0 h 12891"/>
                  <a:gd name="connsiteX5" fmla="*/ 734221 w 734220"/>
                  <a:gd name="connsiteY5" fmla="*/ 6446 h 12891"/>
                  <a:gd name="connsiteX6" fmla="*/ 727787 w 734220"/>
                  <a:gd name="connsiteY6" fmla="*/ 12891 h 12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4220" h="12891">
                    <a:moveTo>
                      <a:pt x="727787" y="12891"/>
                    </a:moveTo>
                    <a:lnTo>
                      <a:pt x="6434" y="12891"/>
                    </a:lnTo>
                    <a:cubicBezTo>
                      <a:pt x="2877" y="12891"/>
                      <a:pt x="0" y="10003"/>
                      <a:pt x="0" y="6446"/>
                    </a:cubicBezTo>
                    <a:cubicBezTo>
                      <a:pt x="0" y="2890"/>
                      <a:pt x="2883" y="0"/>
                      <a:pt x="6434" y="0"/>
                    </a:cubicBezTo>
                    <a:lnTo>
                      <a:pt x="727787" y="0"/>
                    </a:lnTo>
                    <a:cubicBezTo>
                      <a:pt x="731344" y="0"/>
                      <a:pt x="734221" y="2890"/>
                      <a:pt x="734221" y="6446"/>
                    </a:cubicBezTo>
                    <a:cubicBezTo>
                      <a:pt x="734221" y="10003"/>
                      <a:pt x="731338" y="12891"/>
                      <a:pt x="727787" y="1289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C8C504DF-BF8F-C107-1CBC-51844CC6212C}"/>
                  </a:ext>
                </a:extLst>
              </p:cNvPr>
              <p:cNvSpPr/>
              <p:nvPr/>
            </p:nvSpPr>
            <p:spPr>
              <a:xfrm>
                <a:off x="5394222" y="6309124"/>
                <a:ext cx="143718" cy="150784"/>
              </a:xfrm>
              <a:custGeom>
                <a:avLst/>
                <a:gdLst>
                  <a:gd name="connsiteX0" fmla="*/ 6446 w 143718"/>
                  <a:gd name="connsiteY0" fmla="*/ 150785 h 150784"/>
                  <a:gd name="connsiteX1" fmla="*/ 0 w 143718"/>
                  <a:gd name="connsiteY1" fmla="*/ 144339 h 150784"/>
                  <a:gd name="connsiteX2" fmla="*/ 0 w 143718"/>
                  <a:gd name="connsiteY2" fmla="*/ 6446 h 150784"/>
                  <a:gd name="connsiteX3" fmla="*/ 6446 w 143718"/>
                  <a:gd name="connsiteY3" fmla="*/ 0 h 150784"/>
                  <a:gd name="connsiteX4" fmla="*/ 12879 w 143718"/>
                  <a:gd name="connsiteY4" fmla="*/ 6446 h 150784"/>
                  <a:gd name="connsiteX5" fmla="*/ 12879 w 143718"/>
                  <a:gd name="connsiteY5" fmla="*/ 144339 h 150784"/>
                  <a:gd name="connsiteX6" fmla="*/ 6446 w 143718"/>
                  <a:gd name="connsiteY6" fmla="*/ 150785 h 150784"/>
                  <a:gd name="connsiteX7" fmla="*/ 137279 w 143718"/>
                  <a:gd name="connsiteY7" fmla="*/ 150785 h 150784"/>
                  <a:gd name="connsiteX8" fmla="*/ 130833 w 143718"/>
                  <a:gd name="connsiteY8" fmla="*/ 144339 h 150784"/>
                  <a:gd name="connsiteX9" fmla="*/ 130833 w 143718"/>
                  <a:gd name="connsiteY9" fmla="*/ 6446 h 150784"/>
                  <a:gd name="connsiteX10" fmla="*/ 137279 w 143718"/>
                  <a:gd name="connsiteY10" fmla="*/ 0 h 150784"/>
                  <a:gd name="connsiteX11" fmla="*/ 143718 w 143718"/>
                  <a:gd name="connsiteY11" fmla="*/ 6446 h 150784"/>
                  <a:gd name="connsiteX12" fmla="*/ 143718 w 143718"/>
                  <a:gd name="connsiteY12" fmla="*/ 144339 h 150784"/>
                  <a:gd name="connsiteX13" fmla="*/ 137279 w 143718"/>
                  <a:gd name="connsiteY13" fmla="*/ 150785 h 150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3718" h="150784">
                    <a:moveTo>
                      <a:pt x="6446" y="150785"/>
                    </a:moveTo>
                    <a:cubicBezTo>
                      <a:pt x="2884" y="150785"/>
                      <a:pt x="0" y="147896"/>
                      <a:pt x="0" y="144339"/>
                    </a:cubicBezTo>
                    <a:lnTo>
                      <a:pt x="0" y="6446"/>
                    </a:lnTo>
                    <a:cubicBezTo>
                      <a:pt x="0" y="2872"/>
                      <a:pt x="2884" y="0"/>
                      <a:pt x="6446" y="0"/>
                    </a:cubicBezTo>
                    <a:cubicBezTo>
                      <a:pt x="10013" y="0"/>
                      <a:pt x="12879" y="2866"/>
                      <a:pt x="12879" y="6446"/>
                    </a:cubicBezTo>
                    <a:lnTo>
                      <a:pt x="12879" y="144339"/>
                    </a:lnTo>
                    <a:cubicBezTo>
                      <a:pt x="12879" y="147896"/>
                      <a:pt x="10013" y="150785"/>
                      <a:pt x="6446" y="150785"/>
                    </a:cubicBezTo>
                    <a:close/>
                    <a:moveTo>
                      <a:pt x="137279" y="150785"/>
                    </a:moveTo>
                    <a:cubicBezTo>
                      <a:pt x="133723" y="150785"/>
                      <a:pt x="130833" y="147896"/>
                      <a:pt x="130833" y="144339"/>
                    </a:cubicBezTo>
                    <a:lnTo>
                      <a:pt x="130833" y="6446"/>
                    </a:lnTo>
                    <a:cubicBezTo>
                      <a:pt x="130833" y="2872"/>
                      <a:pt x="133723" y="0"/>
                      <a:pt x="137279" y="0"/>
                    </a:cubicBezTo>
                    <a:cubicBezTo>
                      <a:pt x="140836" y="0"/>
                      <a:pt x="143718" y="2866"/>
                      <a:pt x="143718" y="6446"/>
                    </a:cubicBezTo>
                    <a:lnTo>
                      <a:pt x="143718" y="144339"/>
                    </a:lnTo>
                    <a:cubicBezTo>
                      <a:pt x="143718" y="147896"/>
                      <a:pt x="140836" y="150785"/>
                      <a:pt x="137279" y="1507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65980C7-8391-9B7F-25C7-D8959C3E8E7F}"/>
                  </a:ext>
                </a:extLst>
              </p:cNvPr>
              <p:cNvSpPr/>
              <p:nvPr/>
            </p:nvSpPr>
            <p:spPr>
              <a:xfrm>
                <a:off x="5330593" y="6447024"/>
                <a:ext cx="270989" cy="12885"/>
              </a:xfrm>
              <a:custGeom>
                <a:avLst/>
                <a:gdLst>
                  <a:gd name="connsiteX0" fmla="*/ 264556 w 270989"/>
                  <a:gd name="connsiteY0" fmla="*/ 12885 h 12885"/>
                  <a:gd name="connsiteX1" fmla="*/ 6422 w 270989"/>
                  <a:gd name="connsiteY1" fmla="*/ 12885 h 12885"/>
                  <a:gd name="connsiteX2" fmla="*/ 0 w 270989"/>
                  <a:gd name="connsiteY2" fmla="*/ 6440 h 12885"/>
                  <a:gd name="connsiteX3" fmla="*/ 6422 w 270989"/>
                  <a:gd name="connsiteY3" fmla="*/ 0 h 12885"/>
                  <a:gd name="connsiteX4" fmla="*/ 264556 w 270989"/>
                  <a:gd name="connsiteY4" fmla="*/ 0 h 12885"/>
                  <a:gd name="connsiteX5" fmla="*/ 270990 w 270989"/>
                  <a:gd name="connsiteY5" fmla="*/ 6440 h 12885"/>
                  <a:gd name="connsiteX6" fmla="*/ 264556 w 270989"/>
                  <a:gd name="connsiteY6" fmla="*/ 12885 h 12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0989" h="12885">
                    <a:moveTo>
                      <a:pt x="264556" y="12885"/>
                    </a:moveTo>
                    <a:lnTo>
                      <a:pt x="6422" y="12885"/>
                    </a:lnTo>
                    <a:cubicBezTo>
                      <a:pt x="2865" y="12885"/>
                      <a:pt x="0" y="9997"/>
                      <a:pt x="0" y="6440"/>
                    </a:cubicBezTo>
                    <a:cubicBezTo>
                      <a:pt x="0" y="2884"/>
                      <a:pt x="2865" y="0"/>
                      <a:pt x="6422" y="0"/>
                    </a:cubicBezTo>
                    <a:lnTo>
                      <a:pt x="264556" y="0"/>
                    </a:lnTo>
                    <a:cubicBezTo>
                      <a:pt x="268112" y="0"/>
                      <a:pt x="270990" y="2884"/>
                      <a:pt x="270990" y="6440"/>
                    </a:cubicBezTo>
                    <a:cubicBezTo>
                      <a:pt x="270990" y="9997"/>
                      <a:pt x="268107" y="12885"/>
                      <a:pt x="264556" y="128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A94629F6-AEDF-82EE-92E3-6257484BEBA7}"/>
                  </a:ext>
                </a:extLst>
              </p:cNvPr>
              <p:cNvSpPr/>
              <p:nvPr/>
            </p:nvSpPr>
            <p:spPr>
              <a:xfrm>
                <a:off x="5730715" y="6240816"/>
                <a:ext cx="57561" cy="57561"/>
              </a:xfrm>
              <a:custGeom>
                <a:avLst/>
                <a:gdLst>
                  <a:gd name="connsiteX0" fmla="*/ 28781 w 57561"/>
                  <a:gd name="connsiteY0" fmla="*/ 12879 h 57561"/>
                  <a:gd name="connsiteX1" fmla="*/ 12879 w 57561"/>
                  <a:gd name="connsiteY1" fmla="*/ 28781 h 57561"/>
                  <a:gd name="connsiteX2" fmla="*/ 28781 w 57561"/>
                  <a:gd name="connsiteY2" fmla="*/ 44682 h 57561"/>
                  <a:gd name="connsiteX3" fmla="*/ 44682 w 57561"/>
                  <a:gd name="connsiteY3" fmla="*/ 28781 h 57561"/>
                  <a:gd name="connsiteX4" fmla="*/ 28781 w 57561"/>
                  <a:gd name="connsiteY4" fmla="*/ 12879 h 57561"/>
                  <a:gd name="connsiteX5" fmla="*/ 28781 w 57561"/>
                  <a:gd name="connsiteY5" fmla="*/ 57562 h 57561"/>
                  <a:gd name="connsiteX6" fmla="*/ 0 w 57561"/>
                  <a:gd name="connsiteY6" fmla="*/ 28781 h 57561"/>
                  <a:gd name="connsiteX7" fmla="*/ 28781 w 57561"/>
                  <a:gd name="connsiteY7" fmla="*/ 0 h 57561"/>
                  <a:gd name="connsiteX8" fmla="*/ 57562 w 57561"/>
                  <a:gd name="connsiteY8" fmla="*/ 28781 h 57561"/>
                  <a:gd name="connsiteX9" fmla="*/ 28781 w 57561"/>
                  <a:gd name="connsiteY9" fmla="*/ 57562 h 5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561" h="57561">
                    <a:moveTo>
                      <a:pt x="28781" y="12879"/>
                    </a:moveTo>
                    <a:cubicBezTo>
                      <a:pt x="20021" y="12879"/>
                      <a:pt x="12879" y="20009"/>
                      <a:pt x="12879" y="28781"/>
                    </a:cubicBezTo>
                    <a:cubicBezTo>
                      <a:pt x="12879" y="37540"/>
                      <a:pt x="20021" y="44682"/>
                      <a:pt x="28781" y="44682"/>
                    </a:cubicBezTo>
                    <a:cubicBezTo>
                      <a:pt x="37552" y="44682"/>
                      <a:pt x="44682" y="37540"/>
                      <a:pt x="44682" y="28781"/>
                    </a:cubicBezTo>
                    <a:cubicBezTo>
                      <a:pt x="44682" y="20009"/>
                      <a:pt x="37552" y="12879"/>
                      <a:pt x="28781" y="12879"/>
                    </a:cubicBezTo>
                    <a:close/>
                    <a:moveTo>
                      <a:pt x="28781" y="57562"/>
                    </a:moveTo>
                    <a:cubicBezTo>
                      <a:pt x="12913" y="57562"/>
                      <a:pt x="0" y="44648"/>
                      <a:pt x="0" y="28781"/>
                    </a:cubicBezTo>
                    <a:cubicBezTo>
                      <a:pt x="0" y="12903"/>
                      <a:pt x="12913" y="0"/>
                      <a:pt x="28781" y="0"/>
                    </a:cubicBezTo>
                    <a:cubicBezTo>
                      <a:pt x="44648" y="0"/>
                      <a:pt x="57562" y="12902"/>
                      <a:pt x="57562" y="28781"/>
                    </a:cubicBezTo>
                    <a:cubicBezTo>
                      <a:pt x="57562" y="44648"/>
                      <a:pt x="44648" y="57562"/>
                      <a:pt x="28781" y="575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9A25030-2473-6510-FD89-29925643273E}"/>
                  </a:ext>
                </a:extLst>
              </p:cNvPr>
              <p:cNvSpPr/>
              <p:nvPr/>
            </p:nvSpPr>
            <p:spPr>
              <a:xfrm>
                <a:off x="5400461" y="5933235"/>
                <a:ext cx="131256" cy="40388"/>
              </a:xfrm>
              <a:custGeom>
                <a:avLst/>
                <a:gdLst>
                  <a:gd name="connsiteX0" fmla="*/ 118545 w 131256"/>
                  <a:gd name="connsiteY0" fmla="*/ 23014 h 44426"/>
                  <a:gd name="connsiteX1" fmla="*/ 118557 w 131256"/>
                  <a:gd name="connsiteY1" fmla="*/ 23014 h 44426"/>
                  <a:gd name="connsiteX2" fmla="*/ 13418 w 131256"/>
                  <a:gd name="connsiteY2" fmla="*/ 22225 h 44426"/>
                  <a:gd name="connsiteX3" fmla="*/ 65630 w 131256"/>
                  <a:gd name="connsiteY3" fmla="*/ 31548 h 44426"/>
                  <a:gd name="connsiteX4" fmla="*/ 117842 w 131256"/>
                  <a:gd name="connsiteY4" fmla="*/ 22225 h 44426"/>
                  <a:gd name="connsiteX5" fmla="*/ 65630 w 131256"/>
                  <a:gd name="connsiteY5" fmla="*/ 12867 h 44426"/>
                  <a:gd name="connsiteX6" fmla="*/ 13418 w 131256"/>
                  <a:gd name="connsiteY6" fmla="*/ 22225 h 44426"/>
                  <a:gd name="connsiteX7" fmla="*/ 65630 w 131256"/>
                  <a:gd name="connsiteY7" fmla="*/ 44427 h 44426"/>
                  <a:gd name="connsiteX8" fmla="*/ 0 w 131256"/>
                  <a:gd name="connsiteY8" fmla="*/ 22225 h 44426"/>
                  <a:gd name="connsiteX9" fmla="*/ 65630 w 131256"/>
                  <a:gd name="connsiteY9" fmla="*/ 0 h 44426"/>
                  <a:gd name="connsiteX10" fmla="*/ 131256 w 131256"/>
                  <a:gd name="connsiteY10" fmla="*/ 22225 h 44426"/>
                  <a:gd name="connsiteX11" fmla="*/ 65630 w 131256"/>
                  <a:gd name="connsiteY11" fmla="*/ 44427 h 44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1256" h="44426">
                    <a:moveTo>
                      <a:pt x="118545" y="23014"/>
                    </a:moveTo>
                    <a:lnTo>
                      <a:pt x="118557" y="23014"/>
                    </a:lnTo>
                    <a:close/>
                    <a:moveTo>
                      <a:pt x="13418" y="22225"/>
                    </a:moveTo>
                    <a:cubicBezTo>
                      <a:pt x="17694" y="25932"/>
                      <a:pt x="36648" y="31548"/>
                      <a:pt x="65630" y="31548"/>
                    </a:cubicBezTo>
                    <a:cubicBezTo>
                      <a:pt x="94609" y="31548"/>
                      <a:pt x="113567" y="25932"/>
                      <a:pt x="117842" y="22225"/>
                    </a:cubicBezTo>
                    <a:cubicBezTo>
                      <a:pt x="113567" y="18506"/>
                      <a:pt x="94613" y="12867"/>
                      <a:pt x="65630" y="12867"/>
                    </a:cubicBezTo>
                    <a:cubicBezTo>
                      <a:pt x="36652" y="12867"/>
                      <a:pt x="17694" y="18506"/>
                      <a:pt x="13418" y="22225"/>
                    </a:cubicBezTo>
                    <a:close/>
                    <a:moveTo>
                      <a:pt x="65630" y="44427"/>
                    </a:moveTo>
                    <a:cubicBezTo>
                      <a:pt x="58907" y="44427"/>
                      <a:pt x="0" y="43806"/>
                      <a:pt x="0" y="22225"/>
                    </a:cubicBezTo>
                    <a:cubicBezTo>
                      <a:pt x="0" y="621"/>
                      <a:pt x="58907" y="0"/>
                      <a:pt x="65630" y="0"/>
                    </a:cubicBezTo>
                    <a:cubicBezTo>
                      <a:pt x="72343" y="0"/>
                      <a:pt x="131256" y="621"/>
                      <a:pt x="131256" y="22225"/>
                    </a:cubicBezTo>
                    <a:cubicBezTo>
                      <a:pt x="131256" y="43806"/>
                      <a:pt x="72343" y="44427"/>
                      <a:pt x="65630" y="4442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DE7A5195-5F4E-A0A8-EB25-F648D6D38070}"/>
                  </a:ext>
                </a:extLst>
              </p:cNvPr>
              <p:cNvSpPr/>
              <p:nvPr/>
            </p:nvSpPr>
            <p:spPr>
              <a:xfrm>
                <a:off x="5400478" y="6053024"/>
                <a:ext cx="131232" cy="28670"/>
              </a:xfrm>
              <a:custGeom>
                <a:avLst/>
                <a:gdLst>
                  <a:gd name="connsiteX0" fmla="*/ 12770 w 131232"/>
                  <a:gd name="connsiteY0" fmla="*/ 6056 h 28670"/>
                  <a:gd name="connsiteX1" fmla="*/ 12770 w 131232"/>
                  <a:gd name="connsiteY1" fmla="*/ 6074 h 28670"/>
                  <a:gd name="connsiteX2" fmla="*/ 12770 w 131232"/>
                  <a:gd name="connsiteY2" fmla="*/ 6056 h 28670"/>
                  <a:gd name="connsiteX3" fmla="*/ 65516 w 131232"/>
                  <a:gd name="connsiteY3" fmla="*/ 28665 h 28670"/>
                  <a:gd name="connsiteX4" fmla="*/ 106 w 131232"/>
                  <a:gd name="connsiteY4" fmla="*/ 8372 h 28670"/>
                  <a:gd name="connsiteX5" fmla="*/ 5286 w 131232"/>
                  <a:gd name="connsiteY5" fmla="*/ 894 h 28670"/>
                  <a:gd name="connsiteX6" fmla="*/ 12695 w 131232"/>
                  <a:gd name="connsiteY6" fmla="*/ 5755 h 28670"/>
                  <a:gd name="connsiteX7" fmla="*/ 65510 w 131232"/>
                  <a:gd name="connsiteY7" fmla="*/ 15786 h 28670"/>
                  <a:gd name="connsiteX8" fmla="*/ 118389 w 131232"/>
                  <a:gd name="connsiteY8" fmla="*/ 5854 h 28670"/>
                  <a:gd name="connsiteX9" fmla="*/ 124799 w 131232"/>
                  <a:gd name="connsiteY9" fmla="*/ 0 h 28670"/>
                  <a:gd name="connsiteX10" fmla="*/ 131233 w 131232"/>
                  <a:gd name="connsiteY10" fmla="*/ 6446 h 28670"/>
                  <a:gd name="connsiteX11" fmla="*/ 65509 w 131232"/>
                  <a:gd name="connsiteY11" fmla="*/ 28671 h 28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1232" h="28670">
                    <a:moveTo>
                      <a:pt x="12770" y="6056"/>
                    </a:moveTo>
                    <a:lnTo>
                      <a:pt x="12770" y="6074"/>
                    </a:lnTo>
                    <a:lnTo>
                      <a:pt x="12770" y="6056"/>
                    </a:lnTo>
                    <a:close/>
                    <a:moveTo>
                      <a:pt x="65516" y="28665"/>
                    </a:moveTo>
                    <a:cubicBezTo>
                      <a:pt x="59193" y="28665"/>
                      <a:pt x="3697" y="28090"/>
                      <a:pt x="106" y="8372"/>
                    </a:cubicBezTo>
                    <a:cubicBezTo>
                      <a:pt x="-533" y="4885"/>
                      <a:pt x="1788" y="1527"/>
                      <a:pt x="5286" y="894"/>
                    </a:cubicBezTo>
                    <a:cubicBezTo>
                      <a:pt x="8675" y="273"/>
                      <a:pt x="11929" y="2437"/>
                      <a:pt x="12695" y="5755"/>
                    </a:cubicBezTo>
                    <a:cubicBezTo>
                      <a:pt x="15230" y="9410"/>
                      <a:pt x="34705" y="15786"/>
                      <a:pt x="65510" y="15786"/>
                    </a:cubicBezTo>
                    <a:cubicBezTo>
                      <a:pt x="96118" y="15786"/>
                      <a:pt x="115576" y="9532"/>
                      <a:pt x="118389" y="5854"/>
                    </a:cubicBezTo>
                    <a:cubicBezTo>
                      <a:pt x="118697" y="2565"/>
                      <a:pt x="121446" y="0"/>
                      <a:pt x="124799" y="0"/>
                    </a:cubicBezTo>
                    <a:cubicBezTo>
                      <a:pt x="128355" y="0"/>
                      <a:pt x="131233" y="2889"/>
                      <a:pt x="131233" y="6446"/>
                    </a:cubicBezTo>
                    <a:cubicBezTo>
                      <a:pt x="131233" y="28050"/>
                      <a:pt x="72232" y="28671"/>
                      <a:pt x="65509" y="286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316267E-1499-481E-FEB2-9417D430351A}"/>
                  </a:ext>
                </a:extLst>
              </p:cNvPr>
              <p:cNvSpPr/>
              <p:nvPr/>
            </p:nvSpPr>
            <p:spPr>
              <a:xfrm>
                <a:off x="5400460" y="5946641"/>
                <a:ext cx="12891" cy="120117"/>
              </a:xfrm>
              <a:custGeom>
                <a:avLst/>
                <a:gdLst>
                  <a:gd name="connsiteX0" fmla="*/ 6446 w 12891"/>
                  <a:gd name="connsiteY0" fmla="*/ 120118 h 120117"/>
                  <a:gd name="connsiteX1" fmla="*/ 0 w 12891"/>
                  <a:gd name="connsiteY1" fmla="*/ 113684 h 120117"/>
                  <a:gd name="connsiteX2" fmla="*/ 0 w 12891"/>
                  <a:gd name="connsiteY2" fmla="*/ 6440 h 120117"/>
                  <a:gd name="connsiteX3" fmla="*/ 6446 w 12891"/>
                  <a:gd name="connsiteY3" fmla="*/ 0 h 120117"/>
                  <a:gd name="connsiteX4" fmla="*/ 12891 w 12891"/>
                  <a:gd name="connsiteY4" fmla="*/ 6440 h 120117"/>
                  <a:gd name="connsiteX5" fmla="*/ 12891 w 12891"/>
                  <a:gd name="connsiteY5" fmla="*/ 113684 h 120117"/>
                  <a:gd name="connsiteX6" fmla="*/ 6446 w 12891"/>
                  <a:gd name="connsiteY6" fmla="*/ 120118 h 12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1" h="120117">
                    <a:moveTo>
                      <a:pt x="6446" y="120118"/>
                    </a:moveTo>
                    <a:cubicBezTo>
                      <a:pt x="2889" y="120118"/>
                      <a:pt x="0" y="117229"/>
                      <a:pt x="0" y="113684"/>
                    </a:cubicBezTo>
                    <a:lnTo>
                      <a:pt x="0" y="6440"/>
                    </a:lnTo>
                    <a:cubicBezTo>
                      <a:pt x="0" y="2884"/>
                      <a:pt x="2889" y="0"/>
                      <a:pt x="6446" y="0"/>
                    </a:cubicBezTo>
                    <a:cubicBezTo>
                      <a:pt x="10001" y="0"/>
                      <a:pt x="12891" y="2884"/>
                      <a:pt x="12891" y="6440"/>
                    </a:cubicBezTo>
                    <a:lnTo>
                      <a:pt x="12891" y="113684"/>
                    </a:lnTo>
                    <a:cubicBezTo>
                      <a:pt x="12891" y="117235"/>
                      <a:pt x="10001" y="120118"/>
                      <a:pt x="6446" y="120118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4E414EB-FB21-0FED-0C12-B20C298206BE}"/>
                  </a:ext>
                </a:extLst>
              </p:cNvPr>
              <p:cNvSpPr/>
              <p:nvPr/>
            </p:nvSpPr>
            <p:spPr>
              <a:xfrm>
                <a:off x="5518827" y="5947204"/>
                <a:ext cx="12879" cy="119554"/>
              </a:xfrm>
              <a:custGeom>
                <a:avLst/>
                <a:gdLst>
                  <a:gd name="connsiteX0" fmla="*/ 6446 w 12879"/>
                  <a:gd name="connsiteY0" fmla="*/ 119555 h 119554"/>
                  <a:gd name="connsiteX1" fmla="*/ 0 w 12879"/>
                  <a:gd name="connsiteY1" fmla="*/ 113121 h 119554"/>
                  <a:gd name="connsiteX2" fmla="*/ 0 w 12879"/>
                  <a:gd name="connsiteY2" fmla="*/ 6434 h 119554"/>
                  <a:gd name="connsiteX3" fmla="*/ 6446 w 12879"/>
                  <a:gd name="connsiteY3" fmla="*/ 0 h 119554"/>
                  <a:gd name="connsiteX4" fmla="*/ 12879 w 12879"/>
                  <a:gd name="connsiteY4" fmla="*/ 6434 h 119554"/>
                  <a:gd name="connsiteX5" fmla="*/ 12879 w 12879"/>
                  <a:gd name="connsiteY5" fmla="*/ 113121 h 119554"/>
                  <a:gd name="connsiteX6" fmla="*/ 6446 w 12879"/>
                  <a:gd name="connsiteY6" fmla="*/ 119555 h 11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79" h="119554">
                    <a:moveTo>
                      <a:pt x="6446" y="119555"/>
                    </a:moveTo>
                    <a:cubicBezTo>
                      <a:pt x="2890" y="119555"/>
                      <a:pt x="0" y="116666"/>
                      <a:pt x="0" y="113121"/>
                    </a:cubicBezTo>
                    <a:lnTo>
                      <a:pt x="0" y="6434"/>
                    </a:lnTo>
                    <a:cubicBezTo>
                      <a:pt x="0" y="2878"/>
                      <a:pt x="2890" y="0"/>
                      <a:pt x="6446" y="0"/>
                    </a:cubicBezTo>
                    <a:cubicBezTo>
                      <a:pt x="10002" y="0"/>
                      <a:pt x="12879" y="2883"/>
                      <a:pt x="12879" y="6434"/>
                    </a:cubicBezTo>
                    <a:lnTo>
                      <a:pt x="12879" y="113121"/>
                    </a:lnTo>
                    <a:cubicBezTo>
                      <a:pt x="12879" y="116672"/>
                      <a:pt x="9997" y="119555"/>
                      <a:pt x="6446" y="1195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2A7845DC-996E-27FA-7626-3736E1BB0CBE}"/>
                  </a:ext>
                </a:extLst>
              </p:cNvPr>
              <p:cNvSpPr/>
              <p:nvPr/>
            </p:nvSpPr>
            <p:spPr>
              <a:xfrm>
                <a:off x="5400464" y="5975761"/>
                <a:ext cx="131239" cy="27806"/>
              </a:xfrm>
              <a:custGeom>
                <a:avLst/>
                <a:gdLst>
                  <a:gd name="connsiteX0" fmla="*/ 64883 w 131239"/>
                  <a:gd name="connsiteY0" fmla="*/ 27805 h 27806"/>
                  <a:gd name="connsiteX1" fmla="*/ 899 w 131239"/>
                  <a:gd name="connsiteY1" fmla="*/ 11370 h 27806"/>
                  <a:gd name="connsiteX2" fmla="*/ 3145 w 131239"/>
                  <a:gd name="connsiteY2" fmla="*/ 2547 h 27806"/>
                  <a:gd name="connsiteX3" fmla="*/ 11986 w 131239"/>
                  <a:gd name="connsiteY3" fmla="*/ 4797 h 27806"/>
                  <a:gd name="connsiteX4" fmla="*/ 64877 w 131239"/>
                  <a:gd name="connsiteY4" fmla="*/ 14926 h 27806"/>
                  <a:gd name="connsiteX5" fmla="*/ 118418 w 131239"/>
                  <a:gd name="connsiteY5" fmla="*/ 5737 h 27806"/>
                  <a:gd name="connsiteX6" fmla="*/ 124806 w 131239"/>
                  <a:gd name="connsiteY6" fmla="*/ 0 h 27806"/>
                  <a:gd name="connsiteX7" fmla="*/ 131239 w 131239"/>
                  <a:gd name="connsiteY7" fmla="*/ 6444 h 27806"/>
                  <a:gd name="connsiteX8" fmla="*/ 64877 w 131239"/>
                  <a:gd name="connsiteY8" fmla="*/ 27807 h 27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239" h="27806">
                    <a:moveTo>
                      <a:pt x="64883" y="27805"/>
                    </a:moveTo>
                    <a:cubicBezTo>
                      <a:pt x="39879" y="27805"/>
                      <a:pt x="8116" y="23511"/>
                      <a:pt x="899" y="11370"/>
                    </a:cubicBezTo>
                    <a:cubicBezTo>
                      <a:pt x="-911" y="8312"/>
                      <a:pt x="99" y="4362"/>
                      <a:pt x="3145" y="2547"/>
                    </a:cubicBezTo>
                    <a:cubicBezTo>
                      <a:pt x="6195" y="737"/>
                      <a:pt x="10152" y="1741"/>
                      <a:pt x="11986" y="4797"/>
                    </a:cubicBezTo>
                    <a:cubicBezTo>
                      <a:pt x="14178" y="8440"/>
                      <a:pt x="33736" y="14926"/>
                      <a:pt x="64877" y="14926"/>
                    </a:cubicBezTo>
                    <a:cubicBezTo>
                      <a:pt x="97179" y="14926"/>
                      <a:pt x="115564" y="8991"/>
                      <a:pt x="118418" y="5737"/>
                    </a:cubicBezTo>
                    <a:cubicBezTo>
                      <a:pt x="118748" y="2517"/>
                      <a:pt x="121486" y="0"/>
                      <a:pt x="124806" y="0"/>
                    </a:cubicBezTo>
                    <a:cubicBezTo>
                      <a:pt x="128361" y="0"/>
                      <a:pt x="131239" y="2883"/>
                      <a:pt x="131239" y="6444"/>
                    </a:cubicBezTo>
                    <a:cubicBezTo>
                      <a:pt x="131239" y="26789"/>
                      <a:pt x="75969" y="27807"/>
                      <a:pt x="64877" y="278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41F3C595-24DF-E713-FDDE-029BAB26E499}"/>
                  </a:ext>
                </a:extLst>
              </p:cNvPr>
              <p:cNvSpPr/>
              <p:nvPr/>
            </p:nvSpPr>
            <p:spPr>
              <a:xfrm>
                <a:off x="5400460" y="6000982"/>
                <a:ext cx="131260" cy="28618"/>
              </a:xfrm>
              <a:custGeom>
                <a:avLst/>
                <a:gdLst>
                  <a:gd name="connsiteX0" fmla="*/ 65213 w 131260"/>
                  <a:gd name="connsiteY0" fmla="*/ 28619 h 28618"/>
                  <a:gd name="connsiteX1" fmla="*/ 545 w 131260"/>
                  <a:gd name="connsiteY1" fmla="*/ 10843 h 28618"/>
                  <a:gd name="connsiteX2" fmla="*/ 3846 w 131260"/>
                  <a:gd name="connsiteY2" fmla="*/ 2350 h 28618"/>
                  <a:gd name="connsiteX3" fmla="*/ 12338 w 131260"/>
                  <a:gd name="connsiteY3" fmla="*/ 5657 h 28618"/>
                  <a:gd name="connsiteX4" fmla="*/ 65219 w 131260"/>
                  <a:gd name="connsiteY4" fmla="*/ 15734 h 28618"/>
                  <a:gd name="connsiteX5" fmla="*/ 118415 w 131260"/>
                  <a:gd name="connsiteY5" fmla="*/ 5825 h 28618"/>
                  <a:gd name="connsiteX6" fmla="*/ 124827 w 131260"/>
                  <a:gd name="connsiteY6" fmla="*/ 0 h 28618"/>
                  <a:gd name="connsiteX7" fmla="*/ 131260 w 131260"/>
                  <a:gd name="connsiteY7" fmla="*/ 6446 h 28618"/>
                  <a:gd name="connsiteX8" fmla="*/ 65217 w 131260"/>
                  <a:gd name="connsiteY8" fmla="*/ 28619 h 28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260" h="28618">
                    <a:moveTo>
                      <a:pt x="65213" y="28619"/>
                    </a:moveTo>
                    <a:cubicBezTo>
                      <a:pt x="38979" y="28619"/>
                      <a:pt x="6294" y="23954"/>
                      <a:pt x="545" y="10843"/>
                    </a:cubicBezTo>
                    <a:cubicBezTo>
                      <a:pt x="-883" y="7589"/>
                      <a:pt x="591" y="3777"/>
                      <a:pt x="3846" y="2350"/>
                    </a:cubicBezTo>
                    <a:cubicBezTo>
                      <a:pt x="7100" y="928"/>
                      <a:pt x="10913" y="2401"/>
                      <a:pt x="12338" y="5657"/>
                    </a:cubicBezTo>
                    <a:cubicBezTo>
                      <a:pt x="14504" y="9224"/>
                      <a:pt x="34076" y="15734"/>
                      <a:pt x="65219" y="15734"/>
                    </a:cubicBezTo>
                    <a:cubicBezTo>
                      <a:pt x="95958" y="15734"/>
                      <a:pt x="115534" y="9492"/>
                      <a:pt x="118415" y="5825"/>
                    </a:cubicBezTo>
                    <a:cubicBezTo>
                      <a:pt x="118735" y="2571"/>
                      <a:pt x="121485" y="0"/>
                      <a:pt x="124827" y="0"/>
                    </a:cubicBezTo>
                    <a:cubicBezTo>
                      <a:pt x="128382" y="0"/>
                      <a:pt x="131260" y="2890"/>
                      <a:pt x="131260" y="6446"/>
                    </a:cubicBezTo>
                    <a:cubicBezTo>
                      <a:pt x="131260" y="27998"/>
                      <a:pt x="71970" y="28619"/>
                      <a:pt x="65217" y="286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82D0B1C-D68B-7266-800F-CDA82384F652}"/>
                  </a:ext>
                </a:extLst>
              </p:cNvPr>
              <p:cNvSpPr/>
              <p:nvPr/>
            </p:nvSpPr>
            <p:spPr>
              <a:xfrm>
                <a:off x="5400447" y="6027019"/>
                <a:ext cx="131270" cy="28618"/>
              </a:xfrm>
              <a:custGeom>
                <a:avLst/>
                <a:gdLst>
                  <a:gd name="connsiteX0" fmla="*/ 65852 w 131270"/>
                  <a:gd name="connsiteY0" fmla="*/ 28619 h 28618"/>
                  <a:gd name="connsiteX1" fmla="*/ 0 w 131270"/>
                  <a:gd name="connsiteY1" fmla="*/ 6446 h 28618"/>
                  <a:gd name="connsiteX2" fmla="*/ 6446 w 131270"/>
                  <a:gd name="connsiteY2" fmla="*/ 0 h 28618"/>
                  <a:gd name="connsiteX3" fmla="*/ 12867 w 131270"/>
                  <a:gd name="connsiteY3" fmla="*/ 5837 h 28618"/>
                  <a:gd name="connsiteX4" fmla="*/ 65852 w 131270"/>
                  <a:gd name="connsiteY4" fmla="*/ 15746 h 28618"/>
                  <a:gd name="connsiteX5" fmla="*/ 118731 w 131270"/>
                  <a:gd name="connsiteY5" fmla="*/ 5645 h 28618"/>
                  <a:gd name="connsiteX6" fmla="*/ 126749 w 131270"/>
                  <a:gd name="connsiteY6" fmla="*/ 1589 h 28618"/>
                  <a:gd name="connsiteX7" fmla="*/ 130977 w 131270"/>
                  <a:gd name="connsiteY7" fmla="*/ 9659 h 28618"/>
                  <a:gd name="connsiteX8" fmla="*/ 65852 w 131270"/>
                  <a:gd name="connsiteY8" fmla="*/ 28607 h 28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270" h="28618">
                    <a:moveTo>
                      <a:pt x="65852" y="28619"/>
                    </a:moveTo>
                    <a:cubicBezTo>
                      <a:pt x="59111" y="28619"/>
                      <a:pt x="0" y="27998"/>
                      <a:pt x="0" y="6446"/>
                    </a:cubicBezTo>
                    <a:cubicBezTo>
                      <a:pt x="0" y="2889"/>
                      <a:pt x="2890" y="0"/>
                      <a:pt x="6446" y="0"/>
                    </a:cubicBezTo>
                    <a:cubicBezTo>
                      <a:pt x="9799" y="0"/>
                      <a:pt x="12566" y="2571"/>
                      <a:pt x="12867" y="5837"/>
                    </a:cubicBezTo>
                    <a:cubicBezTo>
                      <a:pt x="15706" y="9508"/>
                      <a:pt x="35191" y="15746"/>
                      <a:pt x="65852" y="15746"/>
                    </a:cubicBezTo>
                    <a:cubicBezTo>
                      <a:pt x="96848" y="15746"/>
                      <a:pt x="116371" y="9300"/>
                      <a:pt x="118731" y="5645"/>
                    </a:cubicBezTo>
                    <a:cubicBezTo>
                      <a:pt x="119856" y="2344"/>
                      <a:pt x="123413" y="533"/>
                      <a:pt x="126749" y="1589"/>
                    </a:cubicBezTo>
                    <a:cubicBezTo>
                      <a:pt x="130148" y="2645"/>
                      <a:pt x="132033" y="6266"/>
                      <a:pt x="130977" y="9659"/>
                    </a:cubicBezTo>
                    <a:cubicBezTo>
                      <a:pt x="125188" y="28090"/>
                      <a:pt x="71910" y="28607"/>
                      <a:pt x="65852" y="286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2457EDB-A6FD-95C8-7AB8-598092891195}"/>
                  </a:ext>
                </a:extLst>
              </p:cNvPr>
              <p:cNvSpPr/>
              <p:nvPr/>
            </p:nvSpPr>
            <p:spPr>
              <a:xfrm>
                <a:off x="5314621" y="5863323"/>
                <a:ext cx="302911" cy="341562"/>
              </a:xfrm>
              <a:custGeom>
                <a:avLst/>
                <a:gdLst>
                  <a:gd name="connsiteX0" fmla="*/ 151468 w 302911"/>
                  <a:gd name="connsiteY0" fmla="*/ 12891 h 341562"/>
                  <a:gd name="connsiteX1" fmla="*/ 12885 w 302911"/>
                  <a:gd name="connsiteY1" fmla="*/ 151491 h 341562"/>
                  <a:gd name="connsiteX2" fmla="*/ 137151 w 302911"/>
                  <a:gd name="connsiteY2" fmla="*/ 289337 h 341562"/>
                  <a:gd name="connsiteX3" fmla="*/ 142900 w 302911"/>
                  <a:gd name="connsiteY3" fmla="*/ 295144 h 341562"/>
                  <a:gd name="connsiteX4" fmla="*/ 145569 w 302911"/>
                  <a:gd name="connsiteY4" fmla="*/ 323420 h 341562"/>
                  <a:gd name="connsiteX5" fmla="*/ 214912 w 302911"/>
                  <a:gd name="connsiteY5" fmla="*/ 274166 h 341562"/>
                  <a:gd name="connsiteX6" fmla="*/ 137580 w 302911"/>
                  <a:gd name="connsiteY6" fmla="*/ 238742 h 341562"/>
                  <a:gd name="connsiteX7" fmla="*/ 139744 w 302911"/>
                  <a:gd name="connsiteY7" fmla="*/ 261722 h 341562"/>
                  <a:gd name="connsiteX8" fmla="*/ 137736 w 302911"/>
                  <a:gd name="connsiteY8" fmla="*/ 267024 h 341562"/>
                  <a:gd name="connsiteX9" fmla="*/ 132300 w 302911"/>
                  <a:gd name="connsiteY9" fmla="*/ 268685 h 341562"/>
                  <a:gd name="connsiteX10" fmla="*/ 61355 w 302911"/>
                  <a:gd name="connsiteY10" fmla="*/ 228801 h 341562"/>
                  <a:gd name="connsiteX11" fmla="*/ 32742 w 302911"/>
                  <a:gd name="connsiteY11" fmla="*/ 151497 h 341562"/>
                  <a:gd name="connsiteX12" fmla="*/ 151472 w 302911"/>
                  <a:gd name="connsiteY12" fmla="*/ 32772 h 341562"/>
                  <a:gd name="connsiteX13" fmla="*/ 270203 w 302911"/>
                  <a:gd name="connsiteY13" fmla="*/ 151497 h 341562"/>
                  <a:gd name="connsiteX14" fmla="*/ 270203 w 302911"/>
                  <a:gd name="connsiteY14" fmla="*/ 161428 h 341562"/>
                  <a:gd name="connsiteX15" fmla="*/ 290061 w 302911"/>
                  <a:gd name="connsiteY15" fmla="*/ 161428 h 341562"/>
                  <a:gd name="connsiteX16" fmla="*/ 290061 w 302911"/>
                  <a:gd name="connsiteY16" fmla="*/ 151497 h 341562"/>
                  <a:gd name="connsiteX17" fmla="*/ 151478 w 302911"/>
                  <a:gd name="connsiteY17" fmla="*/ 12897 h 341562"/>
                  <a:gd name="connsiteX18" fmla="*/ 140213 w 302911"/>
                  <a:gd name="connsiteY18" fmla="*/ 341555 h 341562"/>
                  <a:gd name="connsiteX19" fmla="*/ 137527 w 302911"/>
                  <a:gd name="connsiteY19" fmla="*/ 340968 h 341562"/>
                  <a:gd name="connsiteX20" fmla="*/ 133791 w 302911"/>
                  <a:gd name="connsiteY20" fmla="*/ 335718 h 341562"/>
                  <a:gd name="connsiteX21" fmla="*/ 130572 w 302911"/>
                  <a:gd name="connsiteY21" fmla="*/ 301526 h 341562"/>
                  <a:gd name="connsiteX22" fmla="*/ 39293 w 302911"/>
                  <a:gd name="connsiteY22" fmla="*/ 253270 h 341562"/>
                  <a:gd name="connsiteX23" fmla="*/ 0 w 302911"/>
                  <a:gd name="connsiteY23" fmla="*/ 151485 h 341562"/>
                  <a:gd name="connsiteX24" fmla="*/ 151456 w 302911"/>
                  <a:gd name="connsiteY24" fmla="*/ 0 h 341562"/>
                  <a:gd name="connsiteX25" fmla="*/ 302912 w 302911"/>
                  <a:gd name="connsiteY25" fmla="*/ 151485 h 341562"/>
                  <a:gd name="connsiteX26" fmla="*/ 302912 w 302911"/>
                  <a:gd name="connsiteY26" fmla="*/ 167856 h 341562"/>
                  <a:gd name="connsiteX27" fmla="*/ 296466 w 302911"/>
                  <a:gd name="connsiteY27" fmla="*/ 174296 h 341562"/>
                  <a:gd name="connsiteX28" fmla="*/ 263729 w 302911"/>
                  <a:gd name="connsiteY28" fmla="*/ 174296 h 341562"/>
                  <a:gd name="connsiteX29" fmla="*/ 257283 w 302911"/>
                  <a:gd name="connsiteY29" fmla="*/ 167856 h 341562"/>
                  <a:gd name="connsiteX30" fmla="*/ 257283 w 302911"/>
                  <a:gd name="connsiteY30" fmla="*/ 151485 h 341562"/>
                  <a:gd name="connsiteX31" fmla="*/ 151443 w 302911"/>
                  <a:gd name="connsiteY31" fmla="*/ 45644 h 341562"/>
                  <a:gd name="connsiteX32" fmla="*/ 45591 w 302911"/>
                  <a:gd name="connsiteY32" fmla="*/ 151485 h 341562"/>
                  <a:gd name="connsiteX33" fmla="*/ 126079 w 302911"/>
                  <a:gd name="connsiteY33" fmla="*/ 254280 h 341562"/>
                  <a:gd name="connsiteX34" fmla="*/ 123678 w 302911"/>
                  <a:gd name="connsiteY34" fmla="*/ 228841 h 341562"/>
                  <a:gd name="connsiteX35" fmla="*/ 126363 w 302911"/>
                  <a:gd name="connsiteY35" fmla="*/ 222988 h 341562"/>
                  <a:gd name="connsiteX36" fmla="*/ 132768 w 302911"/>
                  <a:gd name="connsiteY36" fmla="*/ 222385 h 341562"/>
                  <a:gd name="connsiteX37" fmla="*/ 230383 w 302911"/>
                  <a:gd name="connsiteY37" fmla="*/ 267079 h 341562"/>
                  <a:gd name="connsiteX38" fmla="*/ 234124 w 302911"/>
                  <a:gd name="connsiteY38" fmla="*/ 272329 h 341562"/>
                  <a:gd name="connsiteX39" fmla="*/ 231439 w 302911"/>
                  <a:gd name="connsiteY39" fmla="*/ 278182 h 341562"/>
                  <a:gd name="connsiteX40" fmla="*/ 143913 w 302911"/>
                  <a:gd name="connsiteY40" fmla="*/ 340367 h 341562"/>
                  <a:gd name="connsiteX41" fmla="*/ 140194 w 302911"/>
                  <a:gd name="connsiteY41" fmla="*/ 341562 h 34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02911" h="341562">
                    <a:moveTo>
                      <a:pt x="151468" y="12891"/>
                    </a:moveTo>
                    <a:cubicBezTo>
                      <a:pt x="75040" y="12891"/>
                      <a:pt x="12885" y="75064"/>
                      <a:pt x="12885" y="151491"/>
                    </a:cubicBezTo>
                    <a:cubicBezTo>
                      <a:pt x="12885" y="222808"/>
                      <a:pt x="66305" y="282081"/>
                      <a:pt x="137151" y="289337"/>
                    </a:cubicBezTo>
                    <a:cubicBezTo>
                      <a:pt x="140219" y="289656"/>
                      <a:pt x="142616" y="292094"/>
                      <a:pt x="142900" y="295144"/>
                    </a:cubicBezTo>
                    <a:lnTo>
                      <a:pt x="145569" y="323420"/>
                    </a:lnTo>
                    <a:lnTo>
                      <a:pt x="214912" y="274166"/>
                    </a:lnTo>
                    <a:lnTo>
                      <a:pt x="137580" y="238742"/>
                    </a:lnTo>
                    <a:lnTo>
                      <a:pt x="139744" y="261722"/>
                    </a:lnTo>
                    <a:cubicBezTo>
                      <a:pt x="139930" y="263700"/>
                      <a:pt x="139193" y="265661"/>
                      <a:pt x="137736" y="267024"/>
                    </a:cubicBezTo>
                    <a:cubicBezTo>
                      <a:pt x="136275" y="268377"/>
                      <a:pt x="134279" y="268986"/>
                      <a:pt x="132300" y="268685"/>
                    </a:cubicBezTo>
                    <a:cubicBezTo>
                      <a:pt x="104795" y="264223"/>
                      <a:pt x="79601" y="250050"/>
                      <a:pt x="61355" y="228801"/>
                    </a:cubicBezTo>
                    <a:cubicBezTo>
                      <a:pt x="42906" y="207296"/>
                      <a:pt x="32742" y="179866"/>
                      <a:pt x="32742" y="151497"/>
                    </a:cubicBezTo>
                    <a:cubicBezTo>
                      <a:pt x="32742" y="86017"/>
                      <a:pt x="86004" y="32772"/>
                      <a:pt x="151472" y="32772"/>
                    </a:cubicBezTo>
                    <a:cubicBezTo>
                      <a:pt x="216929" y="32772"/>
                      <a:pt x="270203" y="86018"/>
                      <a:pt x="270203" y="151497"/>
                    </a:cubicBezTo>
                    <a:lnTo>
                      <a:pt x="270203" y="161428"/>
                    </a:lnTo>
                    <a:lnTo>
                      <a:pt x="290061" y="161428"/>
                    </a:lnTo>
                    <a:lnTo>
                      <a:pt x="290061" y="151497"/>
                    </a:lnTo>
                    <a:cubicBezTo>
                      <a:pt x="290061" y="75076"/>
                      <a:pt x="227888" y="12897"/>
                      <a:pt x="151478" y="12897"/>
                    </a:cubicBezTo>
                    <a:close/>
                    <a:moveTo>
                      <a:pt x="140213" y="341555"/>
                    </a:moveTo>
                    <a:cubicBezTo>
                      <a:pt x="139291" y="341555"/>
                      <a:pt x="138385" y="341369"/>
                      <a:pt x="137527" y="340968"/>
                    </a:cubicBezTo>
                    <a:cubicBezTo>
                      <a:pt x="135433" y="340018"/>
                      <a:pt x="134005" y="338016"/>
                      <a:pt x="133791" y="335718"/>
                    </a:cubicBezTo>
                    <a:lnTo>
                      <a:pt x="130572" y="301526"/>
                    </a:lnTo>
                    <a:cubicBezTo>
                      <a:pt x="95515" y="296677"/>
                      <a:pt x="63265" y="279666"/>
                      <a:pt x="39293" y="253270"/>
                    </a:cubicBezTo>
                    <a:cubicBezTo>
                      <a:pt x="13953" y="225366"/>
                      <a:pt x="0" y="189205"/>
                      <a:pt x="0" y="151485"/>
                    </a:cubicBezTo>
                    <a:cubicBezTo>
                      <a:pt x="0" y="67969"/>
                      <a:pt x="67940" y="0"/>
                      <a:pt x="151456" y="0"/>
                    </a:cubicBezTo>
                    <a:cubicBezTo>
                      <a:pt x="234984" y="0"/>
                      <a:pt x="302912" y="67957"/>
                      <a:pt x="302912" y="151485"/>
                    </a:cubicBezTo>
                    <a:lnTo>
                      <a:pt x="302912" y="167856"/>
                    </a:lnTo>
                    <a:cubicBezTo>
                      <a:pt x="302912" y="171413"/>
                      <a:pt x="300028" y="174296"/>
                      <a:pt x="296466" y="174296"/>
                    </a:cubicBezTo>
                    <a:lnTo>
                      <a:pt x="263729" y="174296"/>
                    </a:lnTo>
                    <a:cubicBezTo>
                      <a:pt x="260172" y="174296"/>
                      <a:pt x="257283" y="171413"/>
                      <a:pt x="257283" y="167856"/>
                    </a:cubicBezTo>
                    <a:lnTo>
                      <a:pt x="257283" y="151485"/>
                    </a:lnTo>
                    <a:cubicBezTo>
                      <a:pt x="257283" y="93117"/>
                      <a:pt x="209811" y="45644"/>
                      <a:pt x="151443" y="45644"/>
                    </a:cubicBezTo>
                    <a:cubicBezTo>
                      <a:pt x="93075" y="45644"/>
                      <a:pt x="45591" y="93117"/>
                      <a:pt x="45591" y="151485"/>
                    </a:cubicBezTo>
                    <a:cubicBezTo>
                      <a:pt x="45591" y="200826"/>
                      <a:pt x="78973" y="242810"/>
                      <a:pt x="126079" y="254280"/>
                    </a:cubicBezTo>
                    <a:lnTo>
                      <a:pt x="123678" y="228841"/>
                    </a:lnTo>
                    <a:cubicBezTo>
                      <a:pt x="123462" y="226537"/>
                      <a:pt x="124484" y="224310"/>
                      <a:pt x="126363" y="222988"/>
                    </a:cubicBezTo>
                    <a:cubicBezTo>
                      <a:pt x="128237" y="221648"/>
                      <a:pt x="130674" y="221427"/>
                      <a:pt x="132768" y="222385"/>
                    </a:cubicBezTo>
                    <a:lnTo>
                      <a:pt x="230383" y="267079"/>
                    </a:lnTo>
                    <a:cubicBezTo>
                      <a:pt x="232477" y="268030"/>
                      <a:pt x="233904" y="270049"/>
                      <a:pt x="234124" y="272329"/>
                    </a:cubicBezTo>
                    <a:cubicBezTo>
                      <a:pt x="234345" y="274621"/>
                      <a:pt x="233319" y="276860"/>
                      <a:pt x="231439" y="278182"/>
                    </a:cubicBezTo>
                    <a:lnTo>
                      <a:pt x="143913" y="340367"/>
                    </a:lnTo>
                    <a:cubicBezTo>
                      <a:pt x="142805" y="341161"/>
                      <a:pt x="141499" y="341562"/>
                      <a:pt x="140194" y="3415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5DF137-C0D3-E7E1-FC39-183032AA0EA0}"/>
              </a:ext>
            </a:extLst>
          </p:cNvPr>
          <p:cNvGrpSpPr/>
          <p:nvPr/>
        </p:nvGrpSpPr>
        <p:grpSpPr>
          <a:xfrm>
            <a:off x="458569" y="726605"/>
            <a:ext cx="490094" cy="424300"/>
            <a:chOff x="453295" y="726204"/>
            <a:chExt cx="490094" cy="4243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D949DF4-2A04-E983-739D-59CE25E7A53B}"/>
                </a:ext>
              </a:extLst>
            </p:cNvPr>
            <p:cNvGrpSpPr/>
            <p:nvPr/>
          </p:nvGrpSpPr>
          <p:grpSpPr>
            <a:xfrm rot="10800000">
              <a:off x="453295" y="905457"/>
              <a:ext cx="490094" cy="245047"/>
              <a:chOff x="607871" y="2144880"/>
              <a:chExt cx="3434080" cy="1717040"/>
            </a:xfrm>
            <a:solidFill>
              <a:schemeClr val="bg2">
                <a:lumMod val="20000"/>
                <a:lumOff val="80000"/>
              </a:schemeClr>
            </a:solidFill>
          </p:grpSpPr>
          <p:sp>
            <p:nvSpPr>
              <p:cNvPr id="56" name="Graphic 9">
                <a:extLst>
                  <a:ext uri="{FF2B5EF4-FFF2-40B4-BE49-F238E27FC236}">
                    <a16:creationId xmlns:a16="http://schemas.microsoft.com/office/drawing/2014/main" id="{2C0A1F5A-3E80-1C54-FD2F-63BECA90F7C6}"/>
                  </a:ext>
                </a:extLst>
              </p:cNvPr>
              <p:cNvSpPr/>
              <p:nvPr/>
            </p:nvSpPr>
            <p:spPr>
              <a:xfrm flipH="1">
                <a:off x="607871" y="2144880"/>
                <a:ext cx="1717040" cy="1717040"/>
              </a:xfrm>
              <a:custGeom>
                <a:avLst/>
                <a:gdLst>
                  <a:gd name="connsiteX0" fmla="*/ 922721 w 922720"/>
                  <a:gd name="connsiteY0" fmla="*/ 0 h 922720"/>
                  <a:gd name="connsiteX1" fmla="*/ 0 w 922720"/>
                  <a:gd name="connsiteY1" fmla="*/ 922721 h 922720"/>
                  <a:gd name="connsiteX2" fmla="*/ 0 w 922720"/>
                  <a:gd name="connsiteY2" fmla="*/ 0 h 922720"/>
                  <a:gd name="connsiteX3" fmla="*/ 922721 w 922720"/>
                  <a:gd name="connsiteY3" fmla="*/ 0 h 92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720" h="922720">
                    <a:moveTo>
                      <a:pt x="922721" y="0"/>
                    </a:moveTo>
                    <a:cubicBezTo>
                      <a:pt x="922721" y="509609"/>
                      <a:pt x="509609" y="922721"/>
                      <a:pt x="0" y="922721"/>
                    </a:cubicBezTo>
                    <a:lnTo>
                      <a:pt x="0" y="0"/>
                    </a:lnTo>
                    <a:lnTo>
                      <a:pt x="922721" y="0"/>
                    </a:lnTo>
                    <a:close/>
                  </a:path>
                </a:pathLst>
              </a:custGeom>
              <a:grpFill/>
              <a:ln w="12123" cap="flat">
                <a:noFill/>
                <a:prstDash val="solid"/>
                <a:miter/>
              </a:ln>
            </p:spPr>
            <p:txBody>
              <a:bodyPr lIns="0" r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Graphic 9">
                <a:extLst>
                  <a:ext uri="{FF2B5EF4-FFF2-40B4-BE49-F238E27FC236}">
                    <a16:creationId xmlns:a16="http://schemas.microsoft.com/office/drawing/2014/main" id="{620A3D01-6BC9-13AC-D2BD-4D561C50032F}"/>
                  </a:ext>
                </a:extLst>
              </p:cNvPr>
              <p:cNvSpPr/>
              <p:nvPr/>
            </p:nvSpPr>
            <p:spPr>
              <a:xfrm rot="16200000" flipH="1">
                <a:off x="2324911" y="2144880"/>
                <a:ext cx="1717040" cy="1717040"/>
              </a:xfrm>
              <a:custGeom>
                <a:avLst/>
                <a:gdLst>
                  <a:gd name="connsiteX0" fmla="*/ 922721 w 922720"/>
                  <a:gd name="connsiteY0" fmla="*/ 0 h 922720"/>
                  <a:gd name="connsiteX1" fmla="*/ 0 w 922720"/>
                  <a:gd name="connsiteY1" fmla="*/ 922721 h 922720"/>
                  <a:gd name="connsiteX2" fmla="*/ 0 w 922720"/>
                  <a:gd name="connsiteY2" fmla="*/ 0 h 922720"/>
                  <a:gd name="connsiteX3" fmla="*/ 922721 w 922720"/>
                  <a:gd name="connsiteY3" fmla="*/ 0 h 922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2720" h="922720">
                    <a:moveTo>
                      <a:pt x="922721" y="0"/>
                    </a:moveTo>
                    <a:cubicBezTo>
                      <a:pt x="922721" y="509609"/>
                      <a:pt x="509609" y="922721"/>
                      <a:pt x="0" y="922721"/>
                    </a:cubicBezTo>
                    <a:lnTo>
                      <a:pt x="0" y="0"/>
                    </a:lnTo>
                    <a:lnTo>
                      <a:pt x="922721" y="0"/>
                    </a:lnTo>
                    <a:close/>
                  </a:path>
                </a:pathLst>
              </a:custGeom>
              <a:grpFill/>
              <a:ln w="12123" cap="flat">
                <a:noFill/>
                <a:prstDash val="solid"/>
                <a:miter/>
              </a:ln>
            </p:spPr>
            <p:txBody>
              <a:bodyPr lIns="0" rIns="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5" name="Google Shape;29567;p375">
              <a:extLst>
                <a:ext uri="{FF2B5EF4-FFF2-40B4-BE49-F238E27FC236}">
                  <a16:creationId xmlns:a16="http://schemas.microsoft.com/office/drawing/2014/main" id="{11A935B2-7B45-14EC-F65F-3AFE3D276E2F}"/>
                </a:ext>
              </a:extLst>
            </p:cNvPr>
            <p:cNvSpPr/>
            <p:nvPr/>
          </p:nvSpPr>
          <p:spPr>
            <a:xfrm>
              <a:off x="530113" y="726204"/>
              <a:ext cx="290752" cy="418554"/>
            </a:xfrm>
            <a:custGeom>
              <a:avLst/>
              <a:gdLst/>
              <a:ahLst/>
              <a:cxnLst/>
              <a:rect l="l" t="t" r="r" b="b"/>
              <a:pathLst>
                <a:path w="636" h="916" extrusionOk="0">
                  <a:moveTo>
                    <a:pt x="614" y="232"/>
                  </a:moveTo>
                  <a:lnTo>
                    <a:pt x="424" y="262"/>
                  </a:lnTo>
                  <a:lnTo>
                    <a:pt x="410" y="232"/>
                  </a:lnTo>
                  <a:lnTo>
                    <a:pt x="398" y="212"/>
                  </a:lnTo>
                  <a:lnTo>
                    <a:pt x="392" y="206"/>
                  </a:lnTo>
                  <a:lnTo>
                    <a:pt x="382" y="198"/>
                  </a:lnTo>
                  <a:lnTo>
                    <a:pt x="358" y="184"/>
                  </a:lnTo>
                  <a:lnTo>
                    <a:pt x="358" y="332"/>
                  </a:lnTo>
                  <a:lnTo>
                    <a:pt x="430" y="354"/>
                  </a:lnTo>
                  <a:lnTo>
                    <a:pt x="462" y="364"/>
                  </a:lnTo>
                  <a:lnTo>
                    <a:pt x="490" y="376"/>
                  </a:lnTo>
                  <a:lnTo>
                    <a:pt x="514" y="386"/>
                  </a:lnTo>
                  <a:lnTo>
                    <a:pt x="534" y="398"/>
                  </a:lnTo>
                  <a:lnTo>
                    <a:pt x="552" y="408"/>
                  </a:lnTo>
                  <a:lnTo>
                    <a:pt x="568" y="420"/>
                  </a:lnTo>
                  <a:lnTo>
                    <a:pt x="584" y="436"/>
                  </a:lnTo>
                  <a:lnTo>
                    <a:pt x="598" y="454"/>
                  </a:lnTo>
                  <a:lnTo>
                    <a:pt x="610" y="472"/>
                  </a:lnTo>
                  <a:lnTo>
                    <a:pt x="620" y="490"/>
                  </a:lnTo>
                  <a:lnTo>
                    <a:pt x="626" y="510"/>
                  </a:lnTo>
                  <a:lnTo>
                    <a:pt x="632" y="532"/>
                  </a:lnTo>
                  <a:lnTo>
                    <a:pt x="636" y="554"/>
                  </a:lnTo>
                  <a:lnTo>
                    <a:pt x="636" y="578"/>
                  </a:lnTo>
                  <a:lnTo>
                    <a:pt x="636" y="604"/>
                  </a:lnTo>
                  <a:lnTo>
                    <a:pt x="630" y="630"/>
                  </a:lnTo>
                  <a:lnTo>
                    <a:pt x="622" y="656"/>
                  </a:lnTo>
                  <a:lnTo>
                    <a:pt x="612" y="680"/>
                  </a:lnTo>
                  <a:lnTo>
                    <a:pt x="598" y="702"/>
                  </a:lnTo>
                  <a:lnTo>
                    <a:pt x="584" y="722"/>
                  </a:lnTo>
                  <a:lnTo>
                    <a:pt x="566" y="742"/>
                  </a:lnTo>
                  <a:lnTo>
                    <a:pt x="548" y="758"/>
                  </a:lnTo>
                  <a:lnTo>
                    <a:pt x="528" y="772"/>
                  </a:lnTo>
                  <a:lnTo>
                    <a:pt x="508" y="784"/>
                  </a:lnTo>
                  <a:lnTo>
                    <a:pt x="488" y="796"/>
                  </a:lnTo>
                  <a:lnTo>
                    <a:pt x="466" y="804"/>
                  </a:lnTo>
                  <a:lnTo>
                    <a:pt x="442" y="810"/>
                  </a:lnTo>
                  <a:lnTo>
                    <a:pt x="416" y="814"/>
                  </a:lnTo>
                  <a:lnTo>
                    <a:pt x="390" y="818"/>
                  </a:lnTo>
                  <a:lnTo>
                    <a:pt x="358" y="820"/>
                  </a:lnTo>
                  <a:lnTo>
                    <a:pt x="358" y="916"/>
                  </a:lnTo>
                  <a:lnTo>
                    <a:pt x="284" y="916"/>
                  </a:lnTo>
                  <a:lnTo>
                    <a:pt x="284" y="820"/>
                  </a:lnTo>
                  <a:lnTo>
                    <a:pt x="248" y="816"/>
                  </a:lnTo>
                  <a:lnTo>
                    <a:pt x="216" y="810"/>
                  </a:lnTo>
                  <a:lnTo>
                    <a:pt x="188" y="804"/>
                  </a:lnTo>
                  <a:lnTo>
                    <a:pt x="162" y="796"/>
                  </a:lnTo>
                  <a:lnTo>
                    <a:pt x="140" y="786"/>
                  </a:lnTo>
                  <a:lnTo>
                    <a:pt x="118" y="774"/>
                  </a:lnTo>
                  <a:lnTo>
                    <a:pt x="98" y="762"/>
                  </a:lnTo>
                  <a:lnTo>
                    <a:pt x="82" y="746"/>
                  </a:lnTo>
                  <a:lnTo>
                    <a:pt x="64" y="730"/>
                  </a:lnTo>
                  <a:lnTo>
                    <a:pt x="50" y="714"/>
                  </a:lnTo>
                  <a:lnTo>
                    <a:pt x="38" y="696"/>
                  </a:lnTo>
                  <a:lnTo>
                    <a:pt x="28" y="680"/>
                  </a:lnTo>
                  <a:lnTo>
                    <a:pt x="20" y="660"/>
                  </a:lnTo>
                  <a:lnTo>
                    <a:pt x="12" y="640"/>
                  </a:lnTo>
                  <a:lnTo>
                    <a:pt x="6" y="616"/>
                  </a:lnTo>
                  <a:lnTo>
                    <a:pt x="0" y="592"/>
                  </a:lnTo>
                  <a:lnTo>
                    <a:pt x="208" y="568"/>
                  </a:lnTo>
                  <a:lnTo>
                    <a:pt x="214" y="592"/>
                  </a:lnTo>
                  <a:lnTo>
                    <a:pt x="220" y="612"/>
                  </a:lnTo>
                  <a:lnTo>
                    <a:pt x="226" y="628"/>
                  </a:lnTo>
                  <a:lnTo>
                    <a:pt x="234" y="640"/>
                  </a:lnTo>
                  <a:lnTo>
                    <a:pt x="242" y="652"/>
                  </a:lnTo>
                  <a:lnTo>
                    <a:pt x="254" y="662"/>
                  </a:lnTo>
                  <a:lnTo>
                    <a:pt x="268" y="672"/>
                  </a:lnTo>
                  <a:lnTo>
                    <a:pt x="284" y="680"/>
                  </a:lnTo>
                  <a:lnTo>
                    <a:pt x="284" y="500"/>
                  </a:lnTo>
                  <a:lnTo>
                    <a:pt x="236" y="486"/>
                  </a:lnTo>
                  <a:lnTo>
                    <a:pt x="196" y="474"/>
                  </a:lnTo>
                  <a:lnTo>
                    <a:pt x="162" y="462"/>
                  </a:lnTo>
                  <a:lnTo>
                    <a:pt x="138" y="450"/>
                  </a:lnTo>
                  <a:lnTo>
                    <a:pt x="116" y="438"/>
                  </a:lnTo>
                  <a:lnTo>
                    <a:pt x="98" y="422"/>
                  </a:lnTo>
                  <a:lnTo>
                    <a:pt x="80" y="404"/>
                  </a:lnTo>
                  <a:lnTo>
                    <a:pt x="62" y="382"/>
                  </a:lnTo>
                  <a:lnTo>
                    <a:pt x="48" y="358"/>
                  </a:lnTo>
                  <a:lnTo>
                    <a:pt x="38" y="332"/>
                  </a:lnTo>
                  <a:lnTo>
                    <a:pt x="32" y="302"/>
                  </a:lnTo>
                  <a:lnTo>
                    <a:pt x="30" y="270"/>
                  </a:lnTo>
                  <a:lnTo>
                    <a:pt x="32" y="248"/>
                  </a:lnTo>
                  <a:lnTo>
                    <a:pt x="34" y="226"/>
                  </a:lnTo>
                  <a:lnTo>
                    <a:pt x="40" y="206"/>
                  </a:lnTo>
                  <a:lnTo>
                    <a:pt x="46" y="186"/>
                  </a:lnTo>
                  <a:lnTo>
                    <a:pt x="56" y="168"/>
                  </a:lnTo>
                  <a:lnTo>
                    <a:pt x="66" y="150"/>
                  </a:lnTo>
                  <a:lnTo>
                    <a:pt x="80" y="134"/>
                  </a:lnTo>
                  <a:lnTo>
                    <a:pt x="94" y="118"/>
                  </a:lnTo>
                  <a:lnTo>
                    <a:pt x="112" y="104"/>
                  </a:lnTo>
                  <a:lnTo>
                    <a:pt x="130" y="90"/>
                  </a:lnTo>
                  <a:lnTo>
                    <a:pt x="152" y="80"/>
                  </a:lnTo>
                  <a:lnTo>
                    <a:pt x="174" y="70"/>
                  </a:lnTo>
                  <a:lnTo>
                    <a:pt x="198" y="62"/>
                  </a:lnTo>
                  <a:lnTo>
                    <a:pt x="226" y="56"/>
                  </a:lnTo>
                  <a:lnTo>
                    <a:pt x="254" y="52"/>
                  </a:lnTo>
                  <a:lnTo>
                    <a:pt x="284" y="50"/>
                  </a:lnTo>
                  <a:lnTo>
                    <a:pt x="284" y="0"/>
                  </a:lnTo>
                  <a:lnTo>
                    <a:pt x="358" y="0"/>
                  </a:lnTo>
                  <a:lnTo>
                    <a:pt x="358" y="50"/>
                  </a:lnTo>
                  <a:lnTo>
                    <a:pt x="386" y="52"/>
                  </a:lnTo>
                  <a:lnTo>
                    <a:pt x="412" y="56"/>
                  </a:lnTo>
                  <a:lnTo>
                    <a:pt x="438" y="60"/>
                  </a:lnTo>
                  <a:lnTo>
                    <a:pt x="460" y="66"/>
                  </a:lnTo>
                  <a:lnTo>
                    <a:pt x="482" y="74"/>
                  </a:lnTo>
                  <a:lnTo>
                    <a:pt x="502" y="82"/>
                  </a:lnTo>
                  <a:lnTo>
                    <a:pt x="518" y="92"/>
                  </a:lnTo>
                  <a:lnTo>
                    <a:pt x="536" y="104"/>
                  </a:lnTo>
                  <a:lnTo>
                    <a:pt x="550" y="116"/>
                  </a:lnTo>
                  <a:lnTo>
                    <a:pt x="562" y="130"/>
                  </a:lnTo>
                  <a:lnTo>
                    <a:pt x="574" y="144"/>
                  </a:lnTo>
                  <a:lnTo>
                    <a:pt x="586" y="160"/>
                  </a:lnTo>
                  <a:lnTo>
                    <a:pt x="594" y="176"/>
                  </a:lnTo>
                  <a:lnTo>
                    <a:pt x="602" y="194"/>
                  </a:lnTo>
                  <a:lnTo>
                    <a:pt x="610" y="212"/>
                  </a:lnTo>
                  <a:lnTo>
                    <a:pt x="614" y="232"/>
                  </a:lnTo>
                  <a:close/>
                  <a:moveTo>
                    <a:pt x="284" y="182"/>
                  </a:moveTo>
                  <a:lnTo>
                    <a:pt x="284" y="182"/>
                  </a:lnTo>
                  <a:lnTo>
                    <a:pt x="270" y="188"/>
                  </a:lnTo>
                  <a:lnTo>
                    <a:pt x="258" y="194"/>
                  </a:lnTo>
                  <a:lnTo>
                    <a:pt x="246" y="200"/>
                  </a:lnTo>
                  <a:lnTo>
                    <a:pt x="240" y="208"/>
                  </a:lnTo>
                  <a:lnTo>
                    <a:pt x="234" y="216"/>
                  </a:lnTo>
                  <a:lnTo>
                    <a:pt x="230" y="226"/>
                  </a:lnTo>
                  <a:lnTo>
                    <a:pt x="228" y="236"/>
                  </a:lnTo>
                  <a:lnTo>
                    <a:pt x="226" y="246"/>
                  </a:lnTo>
                  <a:lnTo>
                    <a:pt x="228" y="256"/>
                  </a:lnTo>
                  <a:lnTo>
                    <a:pt x="230" y="266"/>
                  </a:lnTo>
                  <a:lnTo>
                    <a:pt x="234" y="276"/>
                  </a:lnTo>
                  <a:lnTo>
                    <a:pt x="240" y="284"/>
                  </a:lnTo>
                  <a:lnTo>
                    <a:pt x="248" y="292"/>
                  </a:lnTo>
                  <a:lnTo>
                    <a:pt x="258" y="300"/>
                  </a:lnTo>
                  <a:lnTo>
                    <a:pt x="270" y="306"/>
                  </a:lnTo>
                  <a:lnTo>
                    <a:pt x="284" y="312"/>
                  </a:lnTo>
                  <a:lnTo>
                    <a:pt x="284" y="182"/>
                  </a:lnTo>
                  <a:close/>
                  <a:moveTo>
                    <a:pt x="358" y="686"/>
                  </a:moveTo>
                  <a:lnTo>
                    <a:pt x="358" y="686"/>
                  </a:lnTo>
                  <a:lnTo>
                    <a:pt x="378" y="680"/>
                  </a:lnTo>
                  <a:lnTo>
                    <a:pt x="396" y="672"/>
                  </a:lnTo>
                  <a:lnTo>
                    <a:pt x="410" y="664"/>
                  </a:lnTo>
                  <a:lnTo>
                    <a:pt x="422" y="654"/>
                  </a:lnTo>
                  <a:lnTo>
                    <a:pt x="432" y="642"/>
                  </a:lnTo>
                  <a:lnTo>
                    <a:pt x="438" y="630"/>
                  </a:lnTo>
                  <a:lnTo>
                    <a:pt x="442" y="618"/>
                  </a:lnTo>
                  <a:lnTo>
                    <a:pt x="442" y="604"/>
                  </a:lnTo>
                  <a:lnTo>
                    <a:pt x="442" y="592"/>
                  </a:lnTo>
                  <a:lnTo>
                    <a:pt x="438" y="580"/>
                  </a:lnTo>
                  <a:lnTo>
                    <a:pt x="434" y="570"/>
                  </a:lnTo>
                  <a:lnTo>
                    <a:pt x="426" y="560"/>
                  </a:lnTo>
                  <a:lnTo>
                    <a:pt x="416" y="550"/>
                  </a:lnTo>
                  <a:lnTo>
                    <a:pt x="400" y="540"/>
                  </a:lnTo>
                  <a:lnTo>
                    <a:pt x="382" y="530"/>
                  </a:lnTo>
                  <a:lnTo>
                    <a:pt x="358" y="522"/>
                  </a:lnTo>
                  <a:lnTo>
                    <a:pt x="358" y="686"/>
                  </a:lnTo>
                  <a:close/>
                </a:path>
              </a:pathLst>
            </a:custGeom>
            <a:noFill/>
            <a:ln>
              <a:solidFill>
                <a:srgbClr val="000000"/>
              </a:solidFill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defTabSz="609585">
                <a:defRPr/>
              </a:pPr>
              <a:endParaRPr sz="1600">
                <a:solidFill>
                  <a:srgbClr val="3225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</p:grpSp>
      <p:pic>
        <p:nvPicPr>
          <p:cNvPr id="58" name="Graphic 57">
            <a:extLst>
              <a:ext uri="{FF2B5EF4-FFF2-40B4-BE49-F238E27FC236}">
                <a16:creationId xmlns:a16="http://schemas.microsoft.com/office/drawing/2014/main" id="{3E758B9C-773E-FDFE-6254-93B2AB795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9224" y="762390"/>
            <a:ext cx="412924" cy="412924"/>
          </a:xfrm>
          <a:prstGeom prst="rect">
            <a:avLst/>
          </a:prstGeom>
        </p:spPr>
      </p:pic>
      <p:grpSp>
        <p:nvGrpSpPr>
          <p:cNvPr id="59" name="Graphic 205">
            <a:extLst>
              <a:ext uri="{FF2B5EF4-FFF2-40B4-BE49-F238E27FC236}">
                <a16:creationId xmlns:a16="http://schemas.microsoft.com/office/drawing/2014/main" id="{7EC759D6-5ED4-AC74-9003-E5BEC61194DB}"/>
              </a:ext>
            </a:extLst>
          </p:cNvPr>
          <p:cNvGrpSpPr/>
          <p:nvPr/>
        </p:nvGrpSpPr>
        <p:grpSpPr>
          <a:xfrm>
            <a:off x="460099" y="3706718"/>
            <a:ext cx="502318" cy="423035"/>
            <a:chOff x="3678979" y="2992981"/>
            <a:chExt cx="511224" cy="391393"/>
          </a:xfrm>
          <a:solidFill>
            <a:srgbClr val="000000"/>
          </a:solidFill>
        </p:grpSpPr>
        <p:sp>
          <p:nvSpPr>
            <p:cNvPr id="60" name="Freeform: Shape 70">
              <a:extLst>
                <a:ext uri="{FF2B5EF4-FFF2-40B4-BE49-F238E27FC236}">
                  <a16:creationId xmlns:a16="http://schemas.microsoft.com/office/drawing/2014/main" id="{6B28F60A-6BD5-ACEC-9D36-C6EA3EF3B918}"/>
                </a:ext>
              </a:extLst>
            </p:cNvPr>
            <p:cNvSpPr/>
            <p:nvPr/>
          </p:nvSpPr>
          <p:spPr>
            <a:xfrm>
              <a:off x="3678979" y="3333981"/>
              <a:ext cx="267671" cy="13750"/>
            </a:xfrm>
            <a:custGeom>
              <a:avLst/>
              <a:gdLst>
                <a:gd name="connsiteX0" fmla="*/ 260796 w 267671"/>
                <a:gd name="connsiteY0" fmla="*/ 13750 h 13750"/>
                <a:gd name="connsiteX1" fmla="*/ 6875 w 267671"/>
                <a:gd name="connsiteY1" fmla="*/ 13750 h 13750"/>
                <a:gd name="connsiteX2" fmla="*/ 0 w 267671"/>
                <a:gd name="connsiteY2" fmla="*/ 6875 h 13750"/>
                <a:gd name="connsiteX3" fmla="*/ 6875 w 267671"/>
                <a:gd name="connsiteY3" fmla="*/ 0 h 13750"/>
                <a:gd name="connsiteX4" fmla="*/ 260796 w 267671"/>
                <a:gd name="connsiteY4" fmla="*/ 0 h 13750"/>
                <a:gd name="connsiteX5" fmla="*/ 267671 w 267671"/>
                <a:gd name="connsiteY5" fmla="*/ 6875 h 13750"/>
                <a:gd name="connsiteX6" fmla="*/ 260796 w 267671"/>
                <a:gd name="connsiteY6" fmla="*/ 13750 h 1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671" h="13750">
                  <a:moveTo>
                    <a:pt x="260796" y="13750"/>
                  </a:moveTo>
                  <a:lnTo>
                    <a:pt x="6875" y="13750"/>
                  </a:lnTo>
                  <a:cubicBezTo>
                    <a:pt x="3080" y="13750"/>
                    <a:pt x="0" y="10670"/>
                    <a:pt x="0" y="6875"/>
                  </a:cubicBezTo>
                  <a:cubicBezTo>
                    <a:pt x="0" y="3080"/>
                    <a:pt x="3080" y="0"/>
                    <a:pt x="6875" y="0"/>
                  </a:cubicBezTo>
                  <a:lnTo>
                    <a:pt x="260796" y="0"/>
                  </a:lnTo>
                  <a:cubicBezTo>
                    <a:pt x="264591" y="0"/>
                    <a:pt x="267671" y="3080"/>
                    <a:pt x="267671" y="6875"/>
                  </a:cubicBezTo>
                  <a:cubicBezTo>
                    <a:pt x="267671" y="10670"/>
                    <a:pt x="264591" y="13750"/>
                    <a:pt x="260796" y="13750"/>
                  </a:cubicBezTo>
                  <a:close/>
                </a:path>
              </a:pathLst>
            </a:custGeom>
            <a:grpFill/>
            <a:ln w="13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>
                <a:defRPr/>
              </a:pPr>
              <a:endParaRPr lang="en-US" sz="2400">
                <a:solidFill>
                  <a:srgbClr val="322554"/>
                </a:solidFill>
                <a:latin typeface="Arial" panose="020B0604020202020204"/>
              </a:endParaRPr>
            </a:p>
          </p:txBody>
        </p:sp>
        <p:sp>
          <p:nvSpPr>
            <p:cNvPr id="61" name="Freeform: Shape 71">
              <a:extLst>
                <a:ext uri="{FF2B5EF4-FFF2-40B4-BE49-F238E27FC236}">
                  <a16:creationId xmlns:a16="http://schemas.microsoft.com/office/drawing/2014/main" id="{B81C6340-4755-1B0C-FE22-92B4EA6F55EA}"/>
                </a:ext>
              </a:extLst>
            </p:cNvPr>
            <p:cNvSpPr/>
            <p:nvPr/>
          </p:nvSpPr>
          <p:spPr>
            <a:xfrm>
              <a:off x="3828812" y="3059407"/>
              <a:ext cx="221897" cy="221897"/>
            </a:xfrm>
            <a:custGeom>
              <a:avLst/>
              <a:gdLst>
                <a:gd name="connsiteX0" fmla="*/ 121908 w 221897"/>
                <a:gd name="connsiteY0" fmla="*/ 221898 h 221897"/>
                <a:gd name="connsiteX1" fmla="*/ 100004 w 221897"/>
                <a:gd name="connsiteY1" fmla="*/ 221898 h 221897"/>
                <a:gd name="connsiteX2" fmla="*/ 83999 w 221897"/>
                <a:gd name="connsiteY2" fmla="*/ 209509 h 221897"/>
                <a:gd name="connsiteX3" fmla="*/ 78678 w 221897"/>
                <a:gd name="connsiteY3" fmla="*/ 188884 h 221897"/>
                <a:gd name="connsiteX4" fmla="*/ 60335 w 221897"/>
                <a:gd name="connsiteY4" fmla="*/ 199705 h 221897"/>
                <a:gd name="connsiteX5" fmla="*/ 40246 w 221897"/>
                <a:gd name="connsiteY5" fmla="*/ 197148 h 221897"/>
                <a:gd name="connsiteX6" fmla="*/ 24750 w 221897"/>
                <a:gd name="connsiteY6" fmla="*/ 181651 h 221897"/>
                <a:gd name="connsiteX7" fmla="*/ 22193 w 221897"/>
                <a:gd name="connsiteY7" fmla="*/ 161576 h 221897"/>
                <a:gd name="connsiteX8" fmla="*/ 33028 w 221897"/>
                <a:gd name="connsiteY8" fmla="*/ 143220 h 221897"/>
                <a:gd name="connsiteX9" fmla="*/ 12402 w 221897"/>
                <a:gd name="connsiteY9" fmla="*/ 137899 h 221897"/>
                <a:gd name="connsiteX10" fmla="*/ 0 w 221897"/>
                <a:gd name="connsiteY10" fmla="*/ 121894 h 221897"/>
                <a:gd name="connsiteX11" fmla="*/ 0 w 221897"/>
                <a:gd name="connsiteY11" fmla="*/ 99990 h 221897"/>
                <a:gd name="connsiteX12" fmla="*/ 12389 w 221897"/>
                <a:gd name="connsiteY12" fmla="*/ 83985 h 221897"/>
                <a:gd name="connsiteX13" fmla="*/ 33014 w 221897"/>
                <a:gd name="connsiteY13" fmla="*/ 78664 h 221897"/>
                <a:gd name="connsiteX14" fmla="*/ 22193 w 221897"/>
                <a:gd name="connsiteY14" fmla="*/ 60321 h 221897"/>
                <a:gd name="connsiteX15" fmla="*/ 24750 w 221897"/>
                <a:gd name="connsiteY15" fmla="*/ 40232 h 221897"/>
                <a:gd name="connsiteX16" fmla="*/ 40246 w 221897"/>
                <a:gd name="connsiteY16" fmla="*/ 24750 h 221897"/>
                <a:gd name="connsiteX17" fmla="*/ 60321 w 221897"/>
                <a:gd name="connsiteY17" fmla="*/ 22192 h 221897"/>
                <a:gd name="connsiteX18" fmla="*/ 78664 w 221897"/>
                <a:gd name="connsiteY18" fmla="*/ 33028 h 221897"/>
                <a:gd name="connsiteX19" fmla="*/ 83985 w 221897"/>
                <a:gd name="connsiteY19" fmla="*/ 12403 h 221897"/>
                <a:gd name="connsiteX20" fmla="*/ 99990 w 221897"/>
                <a:gd name="connsiteY20" fmla="*/ 0 h 221897"/>
                <a:gd name="connsiteX21" fmla="*/ 121894 w 221897"/>
                <a:gd name="connsiteY21" fmla="*/ 0 h 221897"/>
                <a:gd name="connsiteX22" fmla="*/ 137899 w 221897"/>
                <a:gd name="connsiteY22" fmla="*/ 12389 h 221897"/>
                <a:gd name="connsiteX23" fmla="*/ 143220 w 221897"/>
                <a:gd name="connsiteY23" fmla="*/ 33014 h 221897"/>
                <a:gd name="connsiteX24" fmla="*/ 161563 w 221897"/>
                <a:gd name="connsiteY24" fmla="*/ 22192 h 221897"/>
                <a:gd name="connsiteX25" fmla="*/ 181651 w 221897"/>
                <a:gd name="connsiteY25" fmla="*/ 24750 h 221897"/>
                <a:gd name="connsiteX26" fmla="*/ 197148 w 221897"/>
                <a:gd name="connsiteY26" fmla="*/ 40232 h 221897"/>
                <a:gd name="connsiteX27" fmla="*/ 199705 w 221897"/>
                <a:gd name="connsiteY27" fmla="*/ 60321 h 221897"/>
                <a:gd name="connsiteX28" fmla="*/ 188870 w 221897"/>
                <a:gd name="connsiteY28" fmla="*/ 78664 h 221897"/>
                <a:gd name="connsiteX29" fmla="*/ 209495 w 221897"/>
                <a:gd name="connsiteY29" fmla="*/ 83985 h 221897"/>
                <a:gd name="connsiteX30" fmla="*/ 209509 w 221897"/>
                <a:gd name="connsiteY30" fmla="*/ 83985 h 221897"/>
                <a:gd name="connsiteX31" fmla="*/ 221898 w 221897"/>
                <a:gd name="connsiteY31" fmla="*/ 99990 h 221897"/>
                <a:gd name="connsiteX32" fmla="*/ 221898 w 221897"/>
                <a:gd name="connsiteY32" fmla="*/ 121894 h 221897"/>
                <a:gd name="connsiteX33" fmla="*/ 209495 w 221897"/>
                <a:gd name="connsiteY33" fmla="*/ 137899 h 221897"/>
                <a:gd name="connsiteX34" fmla="*/ 188870 w 221897"/>
                <a:gd name="connsiteY34" fmla="*/ 143220 h 221897"/>
                <a:gd name="connsiteX35" fmla="*/ 199691 w 221897"/>
                <a:gd name="connsiteY35" fmla="*/ 161563 h 221897"/>
                <a:gd name="connsiteX36" fmla="*/ 197134 w 221897"/>
                <a:gd name="connsiteY36" fmla="*/ 181651 h 221897"/>
                <a:gd name="connsiteX37" fmla="*/ 181638 w 221897"/>
                <a:gd name="connsiteY37" fmla="*/ 197148 h 221897"/>
                <a:gd name="connsiteX38" fmla="*/ 161549 w 221897"/>
                <a:gd name="connsiteY38" fmla="*/ 199705 h 221897"/>
                <a:gd name="connsiteX39" fmla="*/ 143206 w 221897"/>
                <a:gd name="connsiteY39" fmla="*/ 188870 h 221897"/>
                <a:gd name="connsiteX40" fmla="*/ 137885 w 221897"/>
                <a:gd name="connsiteY40" fmla="*/ 209495 h 221897"/>
                <a:gd name="connsiteX41" fmla="*/ 121908 w 221897"/>
                <a:gd name="connsiteY41" fmla="*/ 221898 h 221897"/>
                <a:gd name="connsiteX42" fmla="*/ 121908 w 221897"/>
                <a:gd name="connsiteY42" fmla="*/ 221898 h 221897"/>
                <a:gd name="connsiteX43" fmla="*/ 83064 w 221897"/>
                <a:gd name="connsiteY43" fmla="*/ 171421 h 221897"/>
                <a:gd name="connsiteX44" fmla="*/ 85690 w 221897"/>
                <a:gd name="connsiteY44" fmla="*/ 171944 h 221897"/>
                <a:gd name="connsiteX45" fmla="*/ 89719 w 221897"/>
                <a:gd name="connsiteY45" fmla="*/ 176578 h 221897"/>
                <a:gd name="connsiteX46" fmla="*/ 97309 w 221897"/>
                <a:gd name="connsiteY46" fmla="*/ 206058 h 221897"/>
                <a:gd name="connsiteX47" fmla="*/ 100004 w 221897"/>
                <a:gd name="connsiteY47" fmla="*/ 208134 h 221897"/>
                <a:gd name="connsiteX48" fmla="*/ 121908 w 221897"/>
                <a:gd name="connsiteY48" fmla="*/ 208134 h 221897"/>
                <a:gd name="connsiteX49" fmla="*/ 124602 w 221897"/>
                <a:gd name="connsiteY49" fmla="*/ 206044 h 221897"/>
                <a:gd name="connsiteX50" fmla="*/ 132193 w 221897"/>
                <a:gd name="connsiteY50" fmla="*/ 176578 h 221897"/>
                <a:gd name="connsiteX51" fmla="*/ 136221 w 221897"/>
                <a:gd name="connsiteY51" fmla="*/ 171944 h 221897"/>
                <a:gd name="connsiteX52" fmla="*/ 142340 w 221897"/>
                <a:gd name="connsiteY52" fmla="*/ 172370 h 221897"/>
                <a:gd name="connsiteX53" fmla="*/ 168548 w 221897"/>
                <a:gd name="connsiteY53" fmla="*/ 187839 h 221897"/>
                <a:gd name="connsiteX54" fmla="*/ 171916 w 221897"/>
                <a:gd name="connsiteY54" fmla="*/ 187413 h 221897"/>
                <a:gd name="connsiteX55" fmla="*/ 187413 w 221897"/>
                <a:gd name="connsiteY55" fmla="*/ 171916 h 221897"/>
                <a:gd name="connsiteX56" fmla="*/ 187839 w 221897"/>
                <a:gd name="connsiteY56" fmla="*/ 168534 h 221897"/>
                <a:gd name="connsiteX57" fmla="*/ 172370 w 221897"/>
                <a:gd name="connsiteY57" fmla="*/ 142326 h 221897"/>
                <a:gd name="connsiteX58" fmla="*/ 171944 w 221897"/>
                <a:gd name="connsiteY58" fmla="*/ 136207 h 221897"/>
                <a:gd name="connsiteX59" fmla="*/ 176578 w 221897"/>
                <a:gd name="connsiteY59" fmla="*/ 132179 h 221897"/>
                <a:gd name="connsiteX60" fmla="*/ 206057 w 221897"/>
                <a:gd name="connsiteY60" fmla="*/ 124575 h 221897"/>
                <a:gd name="connsiteX61" fmla="*/ 208134 w 221897"/>
                <a:gd name="connsiteY61" fmla="*/ 121880 h 221897"/>
                <a:gd name="connsiteX62" fmla="*/ 208134 w 221897"/>
                <a:gd name="connsiteY62" fmla="*/ 99976 h 221897"/>
                <a:gd name="connsiteX63" fmla="*/ 206044 w 221897"/>
                <a:gd name="connsiteY63" fmla="*/ 97281 h 221897"/>
                <a:gd name="connsiteX64" fmla="*/ 176578 w 221897"/>
                <a:gd name="connsiteY64" fmla="*/ 89691 h 221897"/>
                <a:gd name="connsiteX65" fmla="*/ 171944 w 221897"/>
                <a:gd name="connsiteY65" fmla="*/ 85663 h 221897"/>
                <a:gd name="connsiteX66" fmla="*/ 172370 w 221897"/>
                <a:gd name="connsiteY66" fmla="*/ 79530 h 221897"/>
                <a:gd name="connsiteX67" fmla="*/ 187839 w 221897"/>
                <a:gd name="connsiteY67" fmla="*/ 53322 h 221897"/>
                <a:gd name="connsiteX68" fmla="*/ 187399 w 221897"/>
                <a:gd name="connsiteY68" fmla="*/ 49940 h 221897"/>
                <a:gd name="connsiteX69" fmla="*/ 171916 w 221897"/>
                <a:gd name="connsiteY69" fmla="*/ 34458 h 221897"/>
                <a:gd name="connsiteX70" fmla="*/ 168534 w 221897"/>
                <a:gd name="connsiteY70" fmla="*/ 34031 h 221897"/>
                <a:gd name="connsiteX71" fmla="*/ 142354 w 221897"/>
                <a:gd name="connsiteY71" fmla="*/ 49514 h 221897"/>
                <a:gd name="connsiteX72" fmla="*/ 136235 w 221897"/>
                <a:gd name="connsiteY72" fmla="*/ 49940 h 221897"/>
                <a:gd name="connsiteX73" fmla="*/ 132206 w 221897"/>
                <a:gd name="connsiteY73" fmla="*/ 45306 h 221897"/>
                <a:gd name="connsiteX74" fmla="*/ 124616 w 221897"/>
                <a:gd name="connsiteY74" fmla="*/ 15826 h 221897"/>
                <a:gd name="connsiteX75" fmla="*/ 121921 w 221897"/>
                <a:gd name="connsiteY75" fmla="*/ 13750 h 221897"/>
                <a:gd name="connsiteX76" fmla="*/ 100004 w 221897"/>
                <a:gd name="connsiteY76" fmla="*/ 13750 h 221897"/>
                <a:gd name="connsiteX77" fmla="*/ 97309 w 221897"/>
                <a:gd name="connsiteY77" fmla="*/ 15840 h 221897"/>
                <a:gd name="connsiteX78" fmla="*/ 89719 w 221897"/>
                <a:gd name="connsiteY78" fmla="*/ 45306 h 221897"/>
                <a:gd name="connsiteX79" fmla="*/ 85690 w 221897"/>
                <a:gd name="connsiteY79" fmla="*/ 49940 h 221897"/>
                <a:gd name="connsiteX80" fmla="*/ 79558 w 221897"/>
                <a:gd name="connsiteY80" fmla="*/ 49514 h 221897"/>
                <a:gd name="connsiteX81" fmla="*/ 53350 w 221897"/>
                <a:gd name="connsiteY81" fmla="*/ 34045 h 221897"/>
                <a:gd name="connsiteX82" fmla="*/ 49967 w 221897"/>
                <a:gd name="connsiteY82" fmla="*/ 34485 h 221897"/>
                <a:gd name="connsiteX83" fmla="*/ 34485 w 221897"/>
                <a:gd name="connsiteY83" fmla="*/ 49968 h 221897"/>
                <a:gd name="connsiteX84" fmla="*/ 34059 w 221897"/>
                <a:gd name="connsiteY84" fmla="*/ 53350 h 221897"/>
                <a:gd name="connsiteX85" fmla="*/ 49528 w 221897"/>
                <a:gd name="connsiteY85" fmla="*/ 79557 h 221897"/>
                <a:gd name="connsiteX86" fmla="*/ 49954 w 221897"/>
                <a:gd name="connsiteY86" fmla="*/ 85690 h 221897"/>
                <a:gd name="connsiteX87" fmla="*/ 45320 w 221897"/>
                <a:gd name="connsiteY87" fmla="*/ 89719 h 221897"/>
                <a:gd name="connsiteX88" fmla="*/ 15840 w 221897"/>
                <a:gd name="connsiteY88" fmla="*/ 97309 h 221897"/>
                <a:gd name="connsiteX89" fmla="*/ 13764 w 221897"/>
                <a:gd name="connsiteY89" fmla="*/ 100004 h 221897"/>
                <a:gd name="connsiteX90" fmla="*/ 13764 w 221897"/>
                <a:gd name="connsiteY90" fmla="*/ 121908 h 221897"/>
                <a:gd name="connsiteX91" fmla="*/ 15854 w 221897"/>
                <a:gd name="connsiteY91" fmla="*/ 124602 h 221897"/>
                <a:gd name="connsiteX92" fmla="*/ 45320 w 221897"/>
                <a:gd name="connsiteY92" fmla="*/ 132206 h 221897"/>
                <a:gd name="connsiteX93" fmla="*/ 49954 w 221897"/>
                <a:gd name="connsiteY93" fmla="*/ 136235 h 221897"/>
                <a:gd name="connsiteX94" fmla="*/ 49528 w 221897"/>
                <a:gd name="connsiteY94" fmla="*/ 142354 h 221897"/>
                <a:gd name="connsiteX95" fmla="*/ 34059 w 221897"/>
                <a:gd name="connsiteY95" fmla="*/ 168561 h 221897"/>
                <a:gd name="connsiteX96" fmla="*/ 34499 w 221897"/>
                <a:gd name="connsiteY96" fmla="*/ 171930 h 221897"/>
                <a:gd name="connsiteX97" fmla="*/ 49995 w 221897"/>
                <a:gd name="connsiteY97" fmla="*/ 187426 h 221897"/>
                <a:gd name="connsiteX98" fmla="*/ 53377 w 221897"/>
                <a:gd name="connsiteY98" fmla="*/ 187852 h 221897"/>
                <a:gd name="connsiteX99" fmla="*/ 79585 w 221897"/>
                <a:gd name="connsiteY99" fmla="*/ 172384 h 221897"/>
                <a:gd name="connsiteX100" fmla="*/ 83064 w 221897"/>
                <a:gd name="connsiteY100" fmla="*/ 171421 h 221897"/>
                <a:gd name="connsiteX101" fmla="*/ 83064 w 221897"/>
                <a:gd name="connsiteY101" fmla="*/ 171421 h 221897"/>
                <a:gd name="connsiteX102" fmla="*/ 110962 w 221897"/>
                <a:gd name="connsiteY102" fmla="*/ 153258 h 221897"/>
                <a:gd name="connsiteX103" fmla="*/ 68654 w 221897"/>
                <a:gd name="connsiteY103" fmla="*/ 110949 h 221897"/>
                <a:gd name="connsiteX104" fmla="*/ 110962 w 221897"/>
                <a:gd name="connsiteY104" fmla="*/ 68640 h 221897"/>
                <a:gd name="connsiteX105" fmla="*/ 153257 w 221897"/>
                <a:gd name="connsiteY105" fmla="*/ 110949 h 221897"/>
                <a:gd name="connsiteX106" fmla="*/ 110962 w 221897"/>
                <a:gd name="connsiteY106" fmla="*/ 153258 h 221897"/>
                <a:gd name="connsiteX107" fmla="*/ 110962 w 221897"/>
                <a:gd name="connsiteY107" fmla="*/ 82390 h 221897"/>
                <a:gd name="connsiteX108" fmla="*/ 82404 w 221897"/>
                <a:gd name="connsiteY108" fmla="*/ 110949 h 221897"/>
                <a:gd name="connsiteX109" fmla="*/ 110962 w 221897"/>
                <a:gd name="connsiteY109" fmla="*/ 139508 h 221897"/>
                <a:gd name="connsiteX110" fmla="*/ 139507 w 221897"/>
                <a:gd name="connsiteY110" fmla="*/ 110949 h 221897"/>
                <a:gd name="connsiteX111" fmla="*/ 110962 w 221897"/>
                <a:gd name="connsiteY111" fmla="*/ 82390 h 221897"/>
                <a:gd name="connsiteX112" fmla="*/ 110962 w 221897"/>
                <a:gd name="connsiteY112" fmla="*/ 82390 h 22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221897" h="221897">
                  <a:moveTo>
                    <a:pt x="121908" y="221898"/>
                  </a:moveTo>
                  <a:lnTo>
                    <a:pt x="100004" y="221898"/>
                  </a:lnTo>
                  <a:cubicBezTo>
                    <a:pt x="92469" y="221898"/>
                    <a:pt x="85882" y="216796"/>
                    <a:pt x="83999" y="209509"/>
                  </a:cubicBezTo>
                  <a:lnTo>
                    <a:pt x="78678" y="188884"/>
                  </a:lnTo>
                  <a:lnTo>
                    <a:pt x="60335" y="199705"/>
                  </a:lnTo>
                  <a:cubicBezTo>
                    <a:pt x="53831" y="203528"/>
                    <a:pt x="45581" y="202483"/>
                    <a:pt x="40246" y="197148"/>
                  </a:cubicBezTo>
                  <a:lnTo>
                    <a:pt x="24750" y="181651"/>
                  </a:lnTo>
                  <a:cubicBezTo>
                    <a:pt x="19415" y="176330"/>
                    <a:pt x="18370" y="168066"/>
                    <a:pt x="22193" y="161576"/>
                  </a:cubicBezTo>
                  <a:lnTo>
                    <a:pt x="33028" y="143220"/>
                  </a:lnTo>
                  <a:lnTo>
                    <a:pt x="12402" y="137899"/>
                  </a:lnTo>
                  <a:cubicBezTo>
                    <a:pt x="5101" y="136015"/>
                    <a:pt x="0" y="129429"/>
                    <a:pt x="0" y="121894"/>
                  </a:cubicBezTo>
                  <a:lnTo>
                    <a:pt x="0" y="99990"/>
                  </a:lnTo>
                  <a:cubicBezTo>
                    <a:pt x="0" y="92455"/>
                    <a:pt x="5101" y="85869"/>
                    <a:pt x="12389" y="83985"/>
                  </a:cubicBezTo>
                  <a:lnTo>
                    <a:pt x="33014" y="78664"/>
                  </a:lnTo>
                  <a:lnTo>
                    <a:pt x="22193" y="60321"/>
                  </a:lnTo>
                  <a:cubicBezTo>
                    <a:pt x="18370" y="53817"/>
                    <a:pt x="19415" y="45567"/>
                    <a:pt x="24750" y="40232"/>
                  </a:cubicBezTo>
                  <a:lnTo>
                    <a:pt x="40246" y="24750"/>
                  </a:lnTo>
                  <a:cubicBezTo>
                    <a:pt x="45581" y="19415"/>
                    <a:pt x="53831" y="18370"/>
                    <a:pt x="60321" y="22192"/>
                  </a:cubicBezTo>
                  <a:lnTo>
                    <a:pt x="78664" y="33028"/>
                  </a:lnTo>
                  <a:lnTo>
                    <a:pt x="83985" y="12403"/>
                  </a:lnTo>
                  <a:cubicBezTo>
                    <a:pt x="85882" y="5101"/>
                    <a:pt x="92455" y="0"/>
                    <a:pt x="99990" y="0"/>
                  </a:cubicBezTo>
                  <a:lnTo>
                    <a:pt x="121894" y="0"/>
                  </a:lnTo>
                  <a:cubicBezTo>
                    <a:pt x="129429" y="0"/>
                    <a:pt x="136015" y="5101"/>
                    <a:pt x="137899" y="12389"/>
                  </a:cubicBezTo>
                  <a:lnTo>
                    <a:pt x="143220" y="33014"/>
                  </a:lnTo>
                  <a:lnTo>
                    <a:pt x="161563" y="22192"/>
                  </a:lnTo>
                  <a:cubicBezTo>
                    <a:pt x="168053" y="18370"/>
                    <a:pt x="176316" y="19415"/>
                    <a:pt x="181651" y="24750"/>
                  </a:cubicBezTo>
                  <a:lnTo>
                    <a:pt x="197148" y="40232"/>
                  </a:lnTo>
                  <a:cubicBezTo>
                    <a:pt x="202483" y="45567"/>
                    <a:pt x="203527" y="53817"/>
                    <a:pt x="199705" y="60321"/>
                  </a:cubicBezTo>
                  <a:lnTo>
                    <a:pt x="188870" y="78664"/>
                  </a:lnTo>
                  <a:lnTo>
                    <a:pt x="209495" y="83985"/>
                  </a:lnTo>
                  <a:cubicBezTo>
                    <a:pt x="209495" y="83985"/>
                    <a:pt x="209495" y="83985"/>
                    <a:pt x="209509" y="83985"/>
                  </a:cubicBezTo>
                  <a:cubicBezTo>
                    <a:pt x="216810" y="85869"/>
                    <a:pt x="221898" y="92455"/>
                    <a:pt x="221898" y="99990"/>
                  </a:cubicBezTo>
                  <a:lnTo>
                    <a:pt x="221898" y="121894"/>
                  </a:lnTo>
                  <a:cubicBezTo>
                    <a:pt x="221898" y="129429"/>
                    <a:pt x="216796" y="136015"/>
                    <a:pt x="209495" y="137899"/>
                  </a:cubicBezTo>
                  <a:lnTo>
                    <a:pt x="188870" y="143220"/>
                  </a:lnTo>
                  <a:lnTo>
                    <a:pt x="199691" y="161563"/>
                  </a:lnTo>
                  <a:cubicBezTo>
                    <a:pt x="203514" y="168066"/>
                    <a:pt x="202469" y="176316"/>
                    <a:pt x="197134" y="181651"/>
                  </a:cubicBezTo>
                  <a:lnTo>
                    <a:pt x="181638" y="197148"/>
                  </a:lnTo>
                  <a:cubicBezTo>
                    <a:pt x="176303" y="202483"/>
                    <a:pt x="168053" y="203528"/>
                    <a:pt x="161549" y="199705"/>
                  </a:cubicBezTo>
                  <a:lnTo>
                    <a:pt x="143206" y="188870"/>
                  </a:lnTo>
                  <a:lnTo>
                    <a:pt x="137885" y="209495"/>
                  </a:lnTo>
                  <a:cubicBezTo>
                    <a:pt x="136029" y="216796"/>
                    <a:pt x="129443" y="221898"/>
                    <a:pt x="121908" y="221898"/>
                  </a:cubicBezTo>
                  <a:lnTo>
                    <a:pt x="121908" y="221898"/>
                  </a:lnTo>
                  <a:close/>
                  <a:moveTo>
                    <a:pt x="83064" y="171421"/>
                  </a:moveTo>
                  <a:cubicBezTo>
                    <a:pt x="83958" y="171421"/>
                    <a:pt x="84851" y="171600"/>
                    <a:pt x="85690" y="171944"/>
                  </a:cubicBezTo>
                  <a:cubicBezTo>
                    <a:pt x="87684" y="172769"/>
                    <a:pt x="89183" y="174488"/>
                    <a:pt x="89719" y="176578"/>
                  </a:cubicBezTo>
                  <a:lnTo>
                    <a:pt x="97309" y="206058"/>
                  </a:lnTo>
                  <a:cubicBezTo>
                    <a:pt x="97625" y="207281"/>
                    <a:pt x="98739" y="208134"/>
                    <a:pt x="100004" y="208134"/>
                  </a:cubicBezTo>
                  <a:lnTo>
                    <a:pt x="121908" y="208134"/>
                  </a:lnTo>
                  <a:cubicBezTo>
                    <a:pt x="123173" y="208134"/>
                    <a:pt x="124286" y="207268"/>
                    <a:pt x="124602" y="206044"/>
                  </a:cubicBezTo>
                  <a:lnTo>
                    <a:pt x="132193" y="176578"/>
                  </a:lnTo>
                  <a:cubicBezTo>
                    <a:pt x="132729" y="174488"/>
                    <a:pt x="134228" y="172769"/>
                    <a:pt x="136221" y="171944"/>
                  </a:cubicBezTo>
                  <a:cubicBezTo>
                    <a:pt x="138215" y="171119"/>
                    <a:pt x="140484" y="171284"/>
                    <a:pt x="142340" y="172370"/>
                  </a:cubicBezTo>
                  <a:lnTo>
                    <a:pt x="168548" y="187839"/>
                  </a:lnTo>
                  <a:cubicBezTo>
                    <a:pt x="169634" y="188485"/>
                    <a:pt x="171023" y="188306"/>
                    <a:pt x="171916" y="187413"/>
                  </a:cubicBezTo>
                  <a:lnTo>
                    <a:pt x="187413" y="171916"/>
                  </a:lnTo>
                  <a:cubicBezTo>
                    <a:pt x="188306" y="171023"/>
                    <a:pt x="188485" y="169634"/>
                    <a:pt x="187839" y="168534"/>
                  </a:cubicBezTo>
                  <a:lnTo>
                    <a:pt x="172370" y="142326"/>
                  </a:lnTo>
                  <a:cubicBezTo>
                    <a:pt x="171270" y="140470"/>
                    <a:pt x="171119" y="138201"/>
                    <a:pt x="171944" y="136207"/>
                  </a:cubicBezTo>
                  <a:cubicBezTo>
                    <a:pt x="172769" y="134214"/>
                    <a:pt x="174487" y="132715"/>
                    <a:pt x="176578" y="132179"/>
                  </a:cubicBezTo>
                  <a:lnTo>
                    <a:pt x="206057" y="124575"/>
                  </a:lnTo>
                  <a:cubicBezTo>
                    <a:pt x="207281" y="124259"/>
                    <a:pt x="208134" y="123159"/>
                    <a:pt x="208134" y="121880"/>
                  </a:cubicBezTo>
                  <a:lnTo>
                    <a:pt x="208134" y="99976"/>
                  </a:lnTo>
                  <a:cubicBezTo>
                    <a:pt x="208134" y="98711"/>
                    <a:pt x="207281" y="97598"/>
                    <a:pt x="206044" y="97281"/>
                  </a:cubicBezTo>
                  <a:lnTo>
                    <a:pt x="176578" y="89691"/>
                  </a:lnTo>
                  <a:cubicBezTo>
                    <a:pt x="174487" y="89155"/>
                    <a:pt x="172769" y="87656"/>
                    <a:pt x="171944" y="85663"/>
                  </a:cubicBezTo>
                  <a:cubicBezTo>
                    <a:pt x="171119" y="83669"/>
                    <a:pt x="171270" y="81400"/>
                    <a:pt x="172370" y="79530"/>
                  </a:cubicBezTo>
                  <a:lnTo>
                    <a:pt x="187839" y="53322"/>
                  </a:lnTo>
                  <a:cubicBezTo>
                    <a:pt x="188485" y="52236"/>
                    <a:pt x="188306" y="50848"/>
                    <a:pt x="187399" y="49940"/>
                  </a:cubicBezTo>
                  <a:lnTo>
                    <a:pt x="171916" y="34458"/>
                  </a:lnTo>
                  <a:cubicBezTo>
                    <a:pt x="171009" y="33550"/>
                    <a:pt x="169620" y="33385"/>
                    <a:pt x="168534" y="34031"/>
                  </a:cubicBezTo>
                  <a:lnTo>
                    <a:pt x="142354" y="49514"/>
                  </a:lnTo>
                  <a:cubicBezTo>
                    <a:pt x="140497" y="50614"/>
                    <a:pt x="138229" y="50779"/>
                    <a:pt x="136235" y="49940"/>
                  </a:cubicBezTo>
                  <a:cubicBezTo>
                    <a:pt x="134241" y="49115"/>
                    <a:pt x="132742" y="47396"/>
                    <a:pt x="132206" y="45306"/>
                  </a:cubicBezTo>
                  <a:lnTo>
                    <a:pt x="124616" y="15826"/>
                  </a:lnTo>
                  <a:cubicBezTo>
                    <a:pt x="124300" y="14602"/>
                    <a:pt x="123186" y="13750"/>
                    <a:pt x="121921" y="13750"/>
                  </a:cubicBezTo>
                  <a:lnTo>
                    <a:pt x="100004" y="13750"/>
                  </a:lnTo>
                  <a:cubicBezTo>
                    <a:pt x="98739" y="13750"/>
                    <a:pt x="97625" y="14602"/>
                    <a:pt x="97309" y="15840"/>
                  </a:cubicBezTo>
                  <a:lnTo>
                    <a:pt x="89719" y="45306"/>
                  </a:lnTo>
                  <a:cubicBezTo>
                    <a:pt x="89183" y="47396"/>
                    <a:pt x="87684" y="49115"/>
                    <a:pt x="85690" y="49940"/>
                  </a:cubicBezTo>
                  <a:cubicBezTo>
                    <a:pt x="83696" y="50765"/>
                    <a:pt x="81428" y="50600"/>
                    <a:pt x="79558" y="49514"/>
                  </a:cubicBezTo>
                  <a:lnTo>
                    <a:pt x="53350" y="34045"/>
                  </a:lnTo>
                  <a:cubicBezTo>
                    <a:pt x="52264" y="33399"/>
                    <a:pt x="50875" y="33578"/>
                    <a:pt x="49967" y="34485"/>
                  </a:cubicBezTo>
                  <a:lnTo>
                    <a:pt x="34485" y="49968"/>
                  </a:lnTo>
                  <a:cubicBezTo>
                    <a:pt x="33591" y="50861"/>
                    <a:pt x="33413" y="52264"/>
                    <a:pt x="34059" y="53350"/>
                  </a:cubicBezTo>
                  <a:lnTo>
                    <a:pt x="49528" y="79557"/>
                  </a:lnTo>
                  <a:cubicBezTo>
                    <a:pt x="50627" y="81414"/>
                    <a:pt x="50779" y="83682"/>
                    <a:pt x="49954" y="85690"/>
                  </a:cubicBezTo>
                  <a:cubicBezTo>
                    <a:pt x="49129" y="87684"/>
                    <a:pt x="47410" y="89182"/>
                    <a:pt x="45320" y="89719"/>
                  </a:cubicBezTo>
                  <a:lnTo>
                    <a:pt x="15840" y="97309"/>
                  </a:lnTo>
                  <a:cubicBezTo>
                    <a:pt x="14616" y="97625"/>
                    <a:pt x="13764" y="98739"/>
                    <a:pt x="13764" y="100004"/>
                  </a:cubicBezTo>
                  <a:lnTo>
                    <a:pt x="13764" y="121908"/>
                  </a:lnTo>
                  <a:cubicBezTo>
                    <a:pt x="13764" y="123173"/>
                    <a:pt x="14616" y="124286"/>
                    <a:pt x="15854" y="124602"/>
                  </a:cubicBezTo>
                  <a:lnTo>
                    <a:pt x="45320" y="132206"/>
                  </a:lnTo>
                  <a:cubicBezTo>
                    <a:pt x="47410" y="132743"/>
                    <a:pt x="49129" y="134241"/>
                    <a:pt x="49954" y="136235"/>
                  </a:cubicBezTo>
                  <a:cubicBezTo>
                    <a:pt x="50779" y="138229"/>
                    <a:pt x="50627" y="140498"/>
                    <a:pt x="49528" y="142354"/>
                  </a:cubicBezTo>
                  <a:lnTo>
                    <a:pt x="34059" y="168561"/>
                  </a:lnTo>
                  <a:cubicBezTo>
                    <a:pt x="33426" y="169648"/>
                    <a:pt x="33591" y="171036"/>
                    <a:pt x="34499" y="171930"/>
                  </a:cubicBezTo>
                  <a:lnTo>
                    <a:pt x="49995" y="187426"/>
                  </a:lnTo>
                  <a:cubicBezTo>
                    <a:pt x="50889" y="188320"/>
                    <a:pt x="52278" y="188499"/>
                    <a:pt x="53377" y="187852"/>
                  </a:cubicBezTo>
                  <a:lnTo>
                    <a:pt x="79585" y="172384"/>
                  </a:lnTo>
                  <a:cubicBezTo>
                    <a:pt x="80630" y="171751"/>
                    <a:pt x="81840" y="171421"/>
                    <a:pt x="83064" y="171421"/>
                  </a:cubicBezTo>
                  <a:lnTo>
                    <a:pt x="83064" y="171421"/>
                  </a:lnTo>
                  <a:close/>
                  <a:moveTo>
                    <a:pt x="110962" y="153258"/>
                  </a:moveTo>
                  <a:cubicBezTo>
                    <a:pt x="87643" y="153258"/>
                    <a:pt x="68654" y="134283"/>
                    <a:pt x="68654" y="110949"/>
                  </a:cubicBezTo>
                  <a:cubicBezTo>
                    <a:pt x="68654" y="87615"/>
                    <a:pt x="87629" y="68640"/>
                    <a:pt x="110962" y="68640"/>
                  </a:cubicBezTo>
                  <a:cubicBezTo>
                    <a:pt x="134283" y="68640"/>
                    <a:pt x="153257" y="87615"/>
                    <a:pt x="153257" y="110949"/>
                  </a:cubicBezTo>
                  <a:cubicBezTo>
                    <a:pt x="153257" y="134283"/>
                    <a:pt x="134283" y="153258"/>
                    <a:pt x="110962" y="153258"/>
                  </a:cubicBezTo>
                  <a:close/>
                  <a:moveTo>
                    <a:pt x="110962" y="82390"/>
                  </a:moveTo>
                  <a:cubicBezTo>
                    <a:pt x="95219" y="82390"/>
                    <a:pt x="82404" y="95191"/>
                    <a:pt x="82404" y="110949"/>
                  </a:cubicBezTo>
                  <a:cubicBezTo>
                    <a:pt x="82404" y="126692"/>
                    <a:pt x="95219" y="139508"/>
                    <a:pt x="110962" y="139508"/>
                  </a:cubicBezTo>
                  <a:cubicBezTo>
                    <a:pt x="126706" y="139508"/>
                    <a:pt x="139507" y="126706"/>
                    <a:pt x="139507" y="110949"/>
                  </a:cubicBezTo>
                  <a:cubicBezTo>
                    <a:pt x="139507" y="95205"/>
                    <a:pt x="126706" y="82390"/>
                    <a:pt x="110962" y="82390"/>
                  </a:cubicBezTo>
                  <a:lnTo>
                    <a:pt x="110962" y="82390"/>
                  </a:lnTo>
                  <a:close/>
                </a:path>
              </a:pathLst>
            </a:custGeom>
            <a:grpFill/>
            <a:ln w="13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>
                <a:defRPr/>
              </a:pPr>
              <a:endParaRPr lang="en-US" sz="2400">
                <a:solidFill>
                  <a:srgbClr val="322554"/>
                </a:solidFill>
                <a:latin typeface="Arial" panose="020B0604020202020204"/>
              </a:endParaRPr>
            </a:p>
          </p:txBody>
        </p:sp>
        <p:sp>
          <p:nvSpPr>
            <p:cNvPr id="62" name="Freeform: Shape 72">
              <a:extLst>
                <a:ext uri="{FF2B5EF4-FFF2-40B4-BE49-F238E27FC236}">
                  <a16:creationId xmlns:a16="http://schemas.microsoft.com/office/drawing/2014/main" id="{780A0F15-439F-46CC-9C2F-6DE7D45D8126}"/>
                </a:ext>
              </a:extLst>
            </p:cNvPr>
            <p:cNvSpPr/>
            <p:nvPr/>
          </p:nvSpPr>
          <p:spPr>
            <a:xfrm>
              <a:off x="3725753" y="2992981"/>
              <a:ext cx="391397" cy="354750"/>
            </a:xfrm>
            <a:custGeom>
              <a:avLst/>
              <a:gdLst>
                <a:gd name="connsiteX0" fmla="*/ 214022 w 391397"/>
                <a:gd name="connsiteY0" fmla="*/ 0 h 354750"/>
                <a:gd name="connsiteX1" fmla="*/ 90698 w 391397"/>
                <a:gd name="connsiteY1" fmla="*/ 49885 h 354750"/>
                <a:gd name="connsiteX2" fmla="*/ 37362 w 391397"/>
                <a:gd name="connsiteY2" fmla="*/ 161494 h 354750"/>
                <a:gd name="connsiteX3" fmla="*/ 11732 w 391397"/>
                <a:gd name="connsiteY3" fmla="*/ 135864 h 354750"/>
                <a:gd name="connsiteX4" fmla="*/ 2011 w 391397"/>
                <a:gd name="connsiteY4" fmla="*/ 135864 h 354750"/>
                <a:gd name="connsiteX5" fmla="*/ 2011 w 391397"/>
                <a:gd name="connsiteY5" fmla="*/ 145585 h 354750"/>
                <a:gd name="connsiteX6" fmla="*/ 38655 w 391397"/>
                <a:gd name="connsiteY6" fmla="*/ 182229 h 354750"/>
                <a:gd name="connsiteX7" fmla="*/ 43522 w 391397"/>
                <a:gd name="connsiteY7" fmla="*/ 184236 h 354750"/>
                <a:gd name="connsiteX8" fmla="*/ 48390 w 391397"/>
                <a:gd name="connsiteY8" fmla="*/ 182229 h 354750"/>
                <a:gd name="connsiteX9" fmla="*/ 85033 w 391397"/>
                <a:gd name="connsiteY9" fmla="*/ 145585 h 354750"/>
                <a:gd name="connsiteX10" fmla="*/ 85033 w 391397"/>
                <a:gd name="connsiteY10" fmla="*/ 135864 h 354750"/>
                <a:gd name="connsiteX11" fmla="*/ 75312 w 391397"/>
                <a:gd name="connsiteY11" fmla="*/ 135864 h 354750"/>
                <a:gd name="connsiteX12" fmla="*/ 51373 w 391397"/>
                <a:gd name="connsiteY12" fmla="*/ 159803 h 354750"/>
                <a:gd name="connsiteX13" fmla="*/ 214022 w 391397"/>
                <a:gd name="connsiteY13" fmla="*/ 13750 h 354750"/>
                <a:gd name="connsiteX14" fmla="*/ 377647 w 391397"/>
                <a:gd name="connsiteY14" fmla="*/ 177375 h 354750"/>
                <a:gd name="connsiteX15" fmla="*/ 214022 w 391397"/>
                <a:gd name="connsiteY15" fmla="*/ 341000 h 354750"/>
                <a:gd name="connsiteX16" fmla="*/ 207147 w 391397"/>
                <a:gd name="connsiteY16" fmla="*/ 347875 h 354750"/>
                <a:gd name="connsiteX17" fmla="*/ 214022 w 391397"/>
                <a:gd name="connsiteY17" fmla="*/ 354750 h 354750"/>
                <a:gd name="connsiteX18" fmla="*/ 391397 w 391397"/>
                <a:gd name="connsiteY18" fmla="*/ 177375 h 354750"/>
                <a:gd name="connsiteX19" fmla="*/ 214022 w 391397"/>
                <a:gd name="connsiteY19" fmla="*/ 0 h 35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1397" h="354750">
                  <a:moveTo>
                    <a:pt x="214022" y="0"/>
                  </a:moveTo>
                  <a:cubicBezTo>
                    <a:pt x="167740" y="0"/>
                    <a:pt x="123946" y="17710"/>
                    <a:pt x="90698" y="49885"/>
                  </a:cubicBezTo>
                  <a:cubicBezTo>
                    <a:pt x="59830" y="79750"/>
                    <a:pt x="41116" y="119089"/>
                    <a:pt x="37362" y="161494"/>
                  </a:cubicBezTo>
                  <a:lnTo>
                    <a:pt x="11732" y="135864"/>
                  </a:lnTo>
                  <a:cubicBezTo>
                    <a:pt x="9051" y="133183"/>
                    <a:pt x="4692" y="133183"/>
                    <a:pt x="2011" y="135864"/>
                  </a:cubicBezTo>
                  <a:cubicBezTo>
                    <a:pt x="-670" y="138545"/>
                    <a:pt x="-670" y="142904"/>
                    <a:pt x="2011" y="145585"/>
                  </a:cubicBezTo>
                  <a:lnTo>
                    <a:pt x="38655" y="182229"/>
                  </a:lnTo>
                  <a:cubicBezTo>
                    <a:pt x="40002" y="183576"/>
                    <a:pt x="41762" y="184236"/>
                    <a:pt x="43522" y="184236"/>
                  </a:cubicBezTo>
                  <a:cubicBezTo>
                    <a:pt x="45282" y="184236"/>
                    <a:pt x="47042" y="183563"/>
                    <a:pt x="48390" y="182229"/>
                  </a:cubicBezTo>
                  <a:lnTo>
                    <a:pt x="85033" y="145585"/>
                  </a:lnTo>
                  <a:cubicBezTo>
                    <a:pt x="87715" y="142904"/>
                    <a:pt x="87715" y="138545"/>
                    <a:pt x="85033" y="135864"/>
                  </a:cubicBezTo>
                  <a:cubicBezTo>
                    <a:pt x="82352" y="133183"/>
                    <a:pt x="77993" y="133183"/>
                    <a:pt x="75312" y="135864"/>
                  </a:cubicBezTo>
                  <a:lnTo>
                    <a:pt x="51373" y="159803"/>
                  </a:lnTo>
                  <a:cubicBezTo>
                    <a:pt x="60105" y="77014"/>
                    <a:pt x="129391" y="13750"/>
                    <a:pt x="214022" y="13750"/>
                  </a:cubicBezTo>
                  <a:cubicBezTo>
                    <a:pt x="304250" y="13750"/>
                    <a:pt x="377647" y="87148"/>
                    <a:pt x="377647" y="177375"/>
                  </a:cubicBezTo>
                  <a:cubicBezTo>
                    <a:pt x="377647" y="267603"/>
                    <a:pt x="304250" y="341000"/>
                    <a:pt x="214022" y="341000"/>
                  </a:cubicBezTo>
                  <a:cubicBezTo>
                    <a:pt x="210227" y="341000"/>
                    <a:pt x="207147" y="344080"/>
                    <a:pt x="207147" y="347875"/>
                  </a:cubicBezTo>
                  <a:cubicBezTo>
                    <a:pt x="207147" y="351670"/>
                    <a:pt x="210227" y="354750"/>
                    <a:pt x="214022" y="354750"/>
                  </a:cubicBezTo>
                  <a:cubicBezTo>
                    <a:pt x="311826" y="354750"/>
                    <a:pt x="391397" y="275179"/>
                    <a:pt x="391397" y="177375"/>
                  </a:cubicBezTo>
                  <a:cubicBezTo>
                    <a:pt x="391397" y="79571"/>
                    <a:pt x="311826" y="0"/>
                    <a:pt x="214022" y="0"/>
                  </a:cubicBezTo>
                  <a:close/>
                </a:path>
              </a:pathLst>
            </a:custGeom>
            <a:grpFill/>
            <a:ln w="13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>
                <a:defRPr/>
              </a:pPr>
              <a:endParaRPr lang="en-US" sz="2400">
                <a:solidFill>
                  <a:srgbClr val="322554"/>
                </a:solidFill>
                <a:latin typeface="Arial" panose="020B0604020202020204"/>
              </a:endParaRPr>
            </a:p>
          </p:txBody>
        </p:sp>
        <p:sp>
          <p:nvSpPr>
            <p:cNvPr id="63" name="Freeform: Shape 73">
              <a:extLst>
                <a:ext uri="{FF2B5EF4-FFF2-40B4-BE49-F238E27FC236}">
                  <a16:creationId xmlns:a16="http://schemas.microsoft.com/office/drawing/2014/main" id="{E7AA61C1-B3D5-26CD-737D-B080A88C2B02}"/>
                </a:ext>
              </a:extLst>
            </p:cNvPr>
            <p:cNvSpPr/>
            <p:nvPr/>
          </p:nvSpPr>
          <p:spPr>
            <a:xfrm>
              <a:off x="4047479" y="3297333"/>
              <a:ext cx="142724" cy="87040"/>
            </a:xfrm>
            <a:custGeom>
              <a:avLst/>
              <a:gdLst>
                <a:gd name="connsiteX0" fmla="*/ 140718 w 142724"/>
                <a:gd name="connsiteY0" fmla="*/ 38655 h 87040"/>
                <a:gd name="connsiteX1" fmla="*/ 104074 w 142724"/>
                <a:gd name="connsiteY1" fmla="*/ 2011 h 87040"/>
                <a:gd name="connsiteX2" fmla="*/ 94352 w 142724"/>
                <a:gd name="connsiteY2" fmla="*/ 2011 h 87040"/>
                <a:gd name="connsiteX3" fmla="*/ 94352 w 142724"/>
                <a:gd name="connsiteY3" fmla="*/ 11732 h 87040"/>
                <a:gd name="connsiteX4" fmla="*/ 119254 w 142724"/>
                <a:gd name="connsiteY4" fmla="*/ 36647 h 87040"/>
                <a:gd name="connsiteX5" fmla="*/ 6875 w 142724"/>
                <a:gd name="connsiteY5" fmla="*/ 36647 h 87040"/>
                <a:gd name="connsiteX6" fmla="*/ 0 w 142724"/>
                <a:gd name="connsiteY6" fmla="*/ 43522 h 87040"/>
                <a:gd name="connsiteX7" fmla="*/ 6875 w 142724"/>
                <a:gd name="connsiteY7" fmla="*/ 50397 h 87040"/>
                <a:gd name="connsiteX8" fmla="*/ 119254 w 142724"/>
                <a:gd name="connsiteY8" fmla="*/ 50397 h 87040"/>
                <a:gd name="connsiteX9" fmla="*/ 94339 w 142724"/>
                <a:gd name="connsiteY9" fmla="*/ 75312 h 87040"/>
                <a:gd name="connsiteX10" fmla="*/ 94339 w 142724"/>
                <a:gd name="connsiteY10" fmla="*/ 85033 h 87040"/>
                <a:gd name="connsiteX11" fmla="*/ 99206 w 142724"/>
                <a:gd name="connsiteY11" fmla="*/ 87041 h 87040"/>
                <a:gd name="connsiteX12" fmla="*/ 104074 w 142724"/>
                <a:gd name="connsiteY12" fmla="*/ 85033 h 87040"/>
                <a:gd name="connsiteX13" fmla="*/ 140718 w 142724"/>
                <a:gd name="connsiteY13" fmla="*/ 48390 h 87040"/>
                <a:gd name="connsiteX14" fmla="*/ 142725 w 142724"/>
                <a:gd name="connsiteY14" fmla="*/ 43522 h 87040"/>
                <a:gd name="connsiteX15" fmla="*/ 140718 w 142724"/>
                <a:gd name="connsiteY15" fmla="*/ 38655 h 87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724" h="87040">
                  <a:moveTo>
                    <a:pt x="140718" y="38655"/>
                  </a:moveTo>
                  <a:lnTo>
                    <a:pt x="104074" y="2011"/>
                  </a:lnTo>
                  <a:cubicBezTo>
                    <a:pt x="101392" y="-670"/>
                    <a:pt x="97034" y="-670"/>
                    <a:pt x="94352" y="2011"/>
                  </a:cubicBezTo>
                  <a:cubicBezTo>
                    <a:pt x="91671" y="4692"/>
                    <a:pt x="91671" y="9051"/>
                    <a:pt x="94352" y="11732"/>
                  </a:cubicBezTo>
                  <a:lnTo>
                    <a:pt x="119254" y="36647"/>
                  </a:lnTo>
                  <a:lnTo>
                    <a:pt x="6875" y="36647"/>
                  </a:lnTo>
                  <a:cubicBezTo>
                    <a:pt x="3080" y="36647"/>
                    <a:pt x="0" y="39727"/>
                    <a:pt x="0" y="43522"/>
                  </a:cubicBezTo>
                  <a:cubicBezTo>
                    <a:pt x="0" y="47317"/>
                    <a:pt x="3080" y="50397"/>
                    <a:pt x="6875" y="50397"/>
                  </a:cubicBezTo>
                  <a:lnTo>
                    <a:pt x="119254" y="50397"/>
                  </a:lnTo>
                  <a:lnTo>
                    <a:pt x="94339" y="75312"/>
                  </a:lnTo>
                  <a:cubicBezTo>
                    <a:pt x="91658" y="77993"/>
                    <a:pt x="91658" y="82352"/>
                    <a:pt x="94339" y="85033"/>
                  </a:cubicBezTo>
                  <a:cubicBezTo>
                    <a:pt x="95686" y="86381"/>
                    <a:pt x="97446" y="87041"/>
                    <a:pt x="99206" y="87041"/>
                  </a:cubicBezTo>
                  <a:cubicBezTo>
                    <a:pt x="100966" y="87041"/>
                    <a:pt x="102726" y="86367"/>
                    <a:pt x="104074" y="85033"/>
                  </a:cubicBezTo>
                  <a:lnTo>
                    <a:pt x="140718" y="48390"/>
                  </a:lnTo>
                  <a:cubicBezTo>
                    <a:pt x="142010" y="47097"/>
                    <a:pt x="142725" y="45351"/>
                    <a:pt x="142725" y="43522"/>
                  </a:cubicBezTo>
                  <a:cubicBezTo>
                    <a:pt x="142725" y="41693"/>
                    <a:pt x="141996" y="39947"/>
                    <a:pt x="140718" y="38655"/>
                  </a:cubicBezTo>
                  <a:close/>
                </a:path>
              </a:pathLst>
            </a:custGeom>
            <a:grpFill/>
            <a:ln w="135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>
                <a:defRPr/>
              </a:pPr>
              <a:endParaRPr lang="en-US" sz="2400">
                <a:solidFill>
                  <a:srgbClr val="322554"/>
                </a:solidFill>
                <a:latin typeface="Arial" panose="020B0604020202020204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0D1B0A8-A8AD-977B-A50F-BDC44EFF0774}"/>
              </a:ext>
            </a:extLst>
          </p:cNvPr>
          <p:cNvSpPr txBox="1"/>
          <p:nvPr/>
        </p:nvSpPr>
        <p:spPr>
          <a:xfrm>
            <a:off x="458569" y="1281592"/>
            <a:ext cx="5287541" cy="307777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lvl="1">
              <a:spcBef>
                <a:spcPts val="300"/>
              </a:spcBef>
              <a:defRPr/>
            </a:pPr>
            <a:r>
              <a:rPr lang="en-IN" sz="14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Description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F7D50-DA60-5E25-23C5-728F5EF68B48}"/>
              </a:ext>
            </a:extLst>
          </p:cNvPr>
          <p:cNvSpPr txBox="1"/>
          <p:nvPr/>
        </p:nvSpPr>
        <p:spPr>
          <a:xfrm>
            <a:off x="7169424" y="1309956"/>
            <a:ext cx="5287541" cy="307777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lvl="1">
              <a:spcBef>
                <a:spcPts val="300"/>
              </a:spcBef>
              <a:defRPr/>
            </a:pPr>
            <a:r>
              <a:rPr lang="en-IN" sz="14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Description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C7747-BFE0-BEB8-B9FA-66D431E1FB27}"/>
              </a:ext>
            </a:extLst>
          </p:cNvPr>
          <p:cNvSpPr txBox="1"/>
          <p:nvPr/>
        </p:nvSpPr>
        <p:spPr>
          <a:xfrm>
            <a:off x="445881" y="4401621"/>
            <a:ext cx="5287541" cy="307777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lvl="1">
              <a:spcBef>
                <a:spcPts val="300"/>
              </a:spcBef>
              <a:defRPr/>
            </a:pPr>
            <a:r>
              <a:rPr lang="en-IN" sz="14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Description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7DCD65-4215-F627-457E-1B6EE3D72A09}"/>
              </a:ext>
            </a:extLst>
          </p:cNvPr>
          <p:cNvSpPr txBox="1"/>
          <p:nvPr/>
        </p:nvSpPr>
        <p:spPr>
          <a:xfrm>
            <a:off x="7169423" y="4344685"/>
            <a:ext cx="5287541" cy="307777"/>
          </a:xfrm>
          <a:prstGeom prst="rect">
            <a:avLst/>
          </a:prstGeom>
          <a:noFill/>
          <a:effectLst/>
        </p:spPr>
        <p:txBody>
          <a:bodyPr wrap="square" lIns="0" tIns="45720" rIns="0" bIns="45720" rtlCol="0" anchor="t">
            <a:spAutoFit/>
          </a:bodyPr>
          <a:lstStyle/>
          <a:p>
            <a:pPr marL="0" lvl="1">
              <a:spcBef>
                <a:spcPts val="300"/>
              </a:spcBef>
              <a:defRPr/>
            </a:pPr>
            <a:r>
              <a:rPr lang="en-IN" sz="14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Description  </a:t>
            </a:r>
          </a:p>
        </p:txBody>
      </p:sp>
    </p:spTree>
    <p:extLst>
      <p:ext uri="{BB962C8B-B14F-4D97-AF65-F5344CB8AC3E}">
        <p14:creationId xmlns:p14="http://schemas.microsoft.com/office/powerpoint/2010/main" val="418336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D1A7-9E14-2E84-25DA-E1657B67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292752-1D7A-E042-A2D6-1A5A08D66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4550" y="187416"/>
            <a:ext cx="9121049" cy="423452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sz="3200" b="1" dirty="0">
                <a:latin typeface="Arial"/>
                <a:cs typeface="Arial"/>
              </a:rPr>
              <a:t>Offering Overview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7699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BC14-8D34-BD0F-FACF-9A1FB846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1D834E-BCBD-EB26-F8F3-5434648FF1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50" y="150591"/>
            <a:ext cx="6951992" cy="49604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sz="3200" b="1" dirty="0">
                <a:latin typeface="Arial"/>
                <a:cs typeface="Arial"/>
              </a:rPr>
              <a:t>Offering Architecture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363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4ACF-9807-B54A-B1A3-5F953842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70BF467F-A4C7-6AE1-30C1-9A43BCC5A956}"/>
              </a:ext>
            </a:extLst>
          </p:cNvPr>
          <p:cNvSpPr/>
          <p:nvPr/>
        </p:nvSpPr>
        <p:spPr>
          <a:xfrm>
            <a:off x="122023" y="180417"/>
            <a:ext cx="7103025" cy="49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Inter Bold" pitchFamily="34" charset="-122"/>
                <a:cs typeface="Inter Bold" pitchFamily="34" charset="-120"/>
              </a:rPr>
              <a:t>ZenseAI</a:t>
            </a:r>
            <a:r>
              <a:rPr lang="en-US" sz="2600" b="1">
                <a:solidFill>
                  <a:srgbClr val="000000"/>
                </a:solidFill>
                <a:latin typeface="Arial"/>
                <a:ea typeface="Inter Bold" pitchFamily="34" charset="-122"/>
                <a:cs typeface="Inter Bold" pitchFamily="34" charset="-120"/>
              </a:rPr>
              <a:t>.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Inter Bold" pitchFamily="34" charset="-122"/>
                <a:cs typeface="Inter Bold" pitchFamily="34" charset="-120"/>
              </a:rPr>
              <a:t>Data Reference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3CBAF2-4B93-4C01-022A-A9620210FD75}"/>
              </a:ext>
            </a:extLst>
          </p:cNvPr>
          <p:cNvSpPr/>
          <p:nvPr/>
        </p:nvSpPr>
        <p:spPr>
          <a:xfrm rot="16200000">
            <a:off x="3002669" y="-2377635"/>
            <a:ext cx="6186666" cy="121919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86000">
                <a:schemeClr val="bg2">
                  <a:lumMod val="75000"/>
                </a:schemeClr>
              </a:gs>
              <a:gs pos="33000">
                <a:schemeClr val="bg2">
                  <a:lumMod val="5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0332FDAC-EEE5-5077-0FDF-C6FBA25084D2}"/>
              </a:ext>
            </a:extLst>
          </p:cNvPr>
          <p:cNvSpPr/>
          <p:nvPr/>
        </p:nvSpPr>
        <p:spPr>
          <a:xfrm>
            <a:off x="3970337" y="1475514"/>
            <a:ext cx="6684433" cy="1384940"/>
          </a:xfrm>
          <a:prstGeom prst="roundRect">
            <a:avLst>
              <a:gd name="adj" fmla="val 12039"/>
            </a:avLst>
          </a:prstGeom>
          <a:solidFill>
            <a:srgbClr val="284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ABC3FC74-2F53-3502-8F9B-D996333D5B92}"/>
              </a:ext>
            </a:extLst>
          </p:cNvPr>
          <p:cNvSpPr/>
          <p:nvPr/>
        </p:nvSpPr>
        <p:spPr>
          <a:xfrm>
            <a:off x="10817276" y="1450296"/>
            <a:ext cx="1237876" cy="3945810"/>
          </a:xfrm>
          <a:prstGeom prst="roundRect">
            <a:avLst>
              <a:gd name="adj" fmla="val 9664"/>
            </a:avLst>
          </a:prstGeom>
          <a:solidFill>
            <a:srgbClr val="28497B"/>
          </a:solidFill>
          <a:ln>
            <a:solidFill>
              <a:srgbClr val="2849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FDF3170A-5F2A-4634-4A98-6E978C475C25}"/>
              </a:ext>
            </a:extLst>
          </p:cNvPr>
          <p:cNvSpPr/>
          <p:nvPr/>
        </p:nvSpPr>
        <p:spPr>
          <a:xfrm>
            <a:off x="4093650" y="3436030"/>
            <a:ext cx="4106149" cy="255524"/>
          </a:xfrm>
          <a:prstGeom prst="roundRect">
            <a:avLst>
              <a:gd name="adj" fmla="val 6402"/>
            </a:avLst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8F090B-2E08-8D1C-052F-D3DA41B0264C}"/>
              </a:ext>
            </a:extLst>
          </p:cNvPr>
          <p:cNvSpPr txBox="1"/>
          <p:nvPr/>
        </p:nvSpPr>
        <p:spPr>
          <a:xfrm>
            <a:off x="152399" y="908614"/>
            <a:ext cx="259927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Optimization through our connected intelligence AI Accelerators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181891-B8E2-6792-91A5-0D90EBA2D4C3}"/>
              </a:ext>
            </a:extLst>
          </p:cNvPr>
          <p:cNvSpPr txBox="1"/>
          <p:nvPr/>
        </p:nvSpPr>
        <p:spPr>
          <a:xfrm>
            <a:off x="136848" y="4486257"/>
            <a:ext cx="3117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An AI-powered accelerator platform that unifies fragmented data, builds connected intelligence, and delivers real-time, personalized insights through secure, ready-to-deploy AI agents.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 as per the environment enable quick deployment.</a:t>
            </a:r>
          </a:p>
        </p:txBody>
      </p:sp>
      <p:sp>
        <p:nvSpPr>
          <p:cNvPr id="17" name="Round Same Side Corner Rectangle 7">
            <a:extLst>
              <a:ext uri="{FF2B5EF4-FFF2-40B4-BE49-F238E27FC236}">
                <a16:creationId xmlns:a16="http://schemas.microsoft.com/office/drawing/2014/main" id="{ED6E4A8B-319A-818D-691E-EBB32DBFC250}"/>
              </a:ext>
            </a:extLst>
          </p:cNvPr>
          <p:cNvSpPr/>
          <p:nvPr/>
        </p:nvSpPr>
        <p:spPr>
          <a:xfrm>
            <a:off x="3970337" y="746569"/>
            <a:ext cx="2232025" cy="342900"/>
          </a:xfrm>
          <a:prstGeom prst="round2SameRect">
            <a:avLst/>
          </a:prstGeom>
          <a:solidFill>
            <a:srgbClr val="142F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733009A0-E6CF-433B-48D9-EF6E0B9AE876}"/>
              </a:ext>
            </a:extLst>
          </p:cNvPr>
          <p:cNvSpPr/>
          <p:nvPr/>
        </p:nvSpPr>
        <p:spPr>
          <a:xfrm>
            <a:off x="3970337" y="1089469"/>
            <a:ext cx="1114425" cy="3429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8E327C2C-A148-8F5F-A3B8-216CFA91AF80}"/>
              </a:ext>
            </a:extLst>
          </p:cNvPr>
          <p:cNvSpPr/>
          <p:nvPr/>
        </p:nvSpPr>
        <p:spPr>
          <a:xfrm>
            <a:off x="5086350" y="1089469"/>
            <a:ext cx="1114425" cy="3429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B3B7FE-7971-206F-F0BC-4CB5879C46E4}"/>
              </a:ext>
            </a:extLst>
          </p:cNvPr>
          <p:cNvSpPr txBox="1"/>
          <p:nvPr/>
        </p:nvSpPr>
        <p:spPr>
          <a:xfrm>
            <a:off x="4192591" y="781578"/>
            <a:ext cx="17843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Zensar Buddies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9955A-B99A-EB7E-F196-2DAC7B3DF786}"/>
              </a:ext>
            </a:extLst>
          </p:cNvPr>
          <p:cNvSpPr txBox="1"/>
          <p:nvPr/>
        </p:nvSpPr>
        <p:spPr>
          <a:xfrm>
            <a:off x="4054951" y="1145503"/>
            <a:ext cx="945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Ai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engg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buddy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7512BE-BEF9-95B5-2BDA-AA308CC18DBA}"/>
              </a:ext>
            </a:extLst>
          </p:cNvPr>
          <p:cNvSpPr txBox="1"/>
          <p:nvPr/>
        </p:nvSpPr>
        <p:spPr>
          <a:xfrm>
            <a:off x="5239784" y="1145503"/>
            <a:ext cx="807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 Buddy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506CFE5-A5A5-B10B-D058-21F2CD0CCE6F}"/>
              </a:ext>
            </a:extLst>
          </p:cNvPr>
          <p:cNvGrpSpPr/>
          <p:nvPr/>
        </p:nvGrpSpPr>
        <p:grpSpPr>
          <a:xfrm>
            <a:off x="6257516" y="746569"/>
            <a:ext cx="2232025" cy="685800"/>
            <a:chOff x="6243002" y="457200"/>
            <a:chExt cx="2232025" cy="685800"/>
          </a:xfrm>
        </p:grpSpPr>
        <p:sp>
          <p:nvSpPr>
            <p:cNvPr id="25" name="Round Same Side Corner Rectangle 18">
              <a:extLst>
                <a:ext uri="{FF2B5EF4-FFF2-40B4-BE49-F238E27FC236}">
                  <a16:creationId xmlns:a16="http://schemas.microsoft.com/office/drawing/2014/main" id="{9817BFD5-DE16-996C-84E8-9FE446243224}"/>
                </a:ext>
              </a:extLst>
            </p:cNvPr>
            <p:cNvSpPr/>
            <p:nvPr/>
          </p:nvSpPr>
          <p:spPr>
            <a:xfrm>
              <a:off x="6243002" y="457200"/>
              <a:ext cx="2232025" cy="342900"/>
            </a:xfrm>
            <a:prstGeom prst="round2SameRect">
              <a:avLst/>
            </a:prstGeom>
            <a:solidFill>
              <a:srgbClr val="28497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Rounded Rectangle 17">
              <a:extLst>
                <a:ext uri="{FF2B5EF4-FFF2-40B4-BE49-F238E27FC236}">
                  <a16:creationId xmlns:a16="http://schemas.microsoft.com/office/drawing/2014/main" id="{11B9DB81-5FFA-8508-969E-6BDAE5AE6A1A}"/>
                </a:ext>
              </a:extLst>
            </p:cNvPr>
            <p:cNvSpPr/>
            <p:nvPr/>
          </p:nvSpPr>
          <p:spPr>
            <a:xfrm>
              <a:off x="6243002" y="800100"/>
              <a:ext cx="2232025" cy="3429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15E64CF-14BC-1BBE-D5D1-531C12B34BD9}"/>
                </a:ext>
              </a:extLst>
            </p:cNvPr>
            <p:cNvSpPr txBox="1"/>
            <p:nvPr/>
          </p:nvSpPr>
          <p:spPr>
            <a:xfrm>
              <a:off x="6465256" y="492209"/>
              <a:ext cx="17843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Domain agents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1CCF442-0644-A889-4C57-8E467B4694FA}"/>
                </a:ext>
              </a:extLst>
            </p:cNvPr>
            <p:cNvGrpSpPr/>
            <p:nvPr/>
          </p:nvGrpSpPr>
          <p:grpSpPr>
            <a:xfrm>
              <a:off x="6537529" y="822409"/>
              <a:ext cx="1642970" cy="284430"/>
              <a:chOff x="6516603" y="822409"/>
              <a:chExt cx="1642970" cy="284430"/>
            </a:xfrm>
          </p:grpSpPr>
          <p:pic>
            <p:nvPicPr>
              <p:cNvPr id="29" name="Picture 28" descr="A black and white image of a robot&#10;&#10;AI-generated content may be incorrect.">
                <a:extLst>
                  <a:ext uri="{FF2B5EF4-FFF2-40B4-BE49-F238E27FC236}">
                    <a16:creationId xmlns:a16="http://schemas.microsoft.com/office/drawing/2014/main" id="{E6FC1AD1-7FF0-03C4-631A-E807DF6B66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16603" y="822409"/>
                <a:ext cx="284430" cy="284430"/>
              </a:xfrm>
              <a:prstGeom prst="rect">
                <a:avLst/>
              </a:prstGeom>
            </p:spPr>
          </p:pic>
          <p:pic>
            <p:nvPicPr>
              <p:cNvPr id="30" name="Picture 29" descr="A black and white image of a robot&#10;&#10;AI-generated content may be incorrect.">
                <a:extLst>
                  <a:ext uri="{FF2B5EF4-FFF2-40B4-BE49-F238E27FC236}">
                    <a16:creationId xmlns:a16="http://schemas.microsoft.com/office/drawing/2014/main" id="{04F87114-66D9-EA9A-BB7F-8593C674E4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5873" y="822409"/>
                <a:ext cx="284430" cy="284430"/>
              </a:xfrm>
              <a:prstGeom prst="rect">
                <a:avLst/>
              </a:prstGeom>
            </p:spPr>
          </p:pic>
          <p:pic>
            <p:nvPicPr>
              <p:cNvPr id="31" name="Picture 30" descr="A black and white image of a robot&#10;&#10;AI-generated content may be incorrect.">
                <a:extLst>
                  <a:ext uri="{FF2B5EF4-FFF2-40B4-BE49-F238E27FC236}">
                    <a16:creationId xmlns:a16="http://schemas.microsoft.com/office/drawing/2014/main" id="{4FFED416-A7EA-202A-13AE-0B740C551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75143" y="822409"/>
                <a:ext cx="284430" cy="284430"/>
              </a:xfrm>
              <a:prstGeom prst="rect">
                <a:avLst/>
              </a:prstGeom>
            </p:spPr>
          </p:pic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E124D18-1D85-2F3C-E50A-67B117074549}"/>
              </a:ext>
            </a:extLst>
          </p:cNvPr>
          <p:cNvGrpSpPr/>
          <p:nvPr/>
        </p:nvGrpSpPr>
        <p:grpSpPr>
          <a:xfrm>
            <a:off x="8544125" y="746569"/>
            <a:ext cx="2232025" cy="685800"/>
            <a:chOff x="8524648" y="1206137"/>
            <a:chExt cx="2232025" cy="685800"/>
          </a:xfrm>
        </p:grpSpPr>
        <p:sp>
          <p:nvSpPr>
            <p:cNvPr id="33" name="Round Same Side Corner Rectangle 38">
              <a:extLst>
                <a:ext uri="{FF2B5EF4-FFF2-40B4-BE49-F238E27FC236}">
                  <a16:creationId xmlns:a16="http://schemas.microsoft.com/office/drawing/2014/main" id="{80715BAA-5AB3-5483-B813-89FC1EE71A80}"/>
                </a:ext>
              </a:extLst>
            </p:cNvPr>
            <p:cNvSpPr/>
            <p:nvPr/>
          </p:nvSpPr>
          <p:spPr>
            <a:xfrm>
              <a:off x="8524648" y="1206137"/>
              <a:ext cx="2232025" cy="342900"/>
            </a:xfrm>
            <a:prstGeom prst="round2SameRect">
              <a:avLst/>
            </a:prstGeom>
            <a:solidFill>
              <a:srgbClr val="142F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Rounded Rectangle 25">
              <a:extLst>
                <a:ext uri="{FF2B5EF4-FFF2-40B4-BE49-F238E27FC236}">
                  <a16:creationId xmlns:a16="http://schemas.microsoft.com/office/drawing/2014/main" id="{2D74C2F9-EF38-8594-13A4-A1D379505457}"/>
                </a:ext>
              </a:extLst>
            </p:cNvPr>
            <p:cNvSpPr/>
            <p:nvPr/>
          </p:nvSpPr>
          <p:spPr>
            <a:xfrm>
              <a:off x="8524648" y="1549037"/>
              <a:ext cx="2232025" cy="3429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D69B1B-1006-F03E-71B2-9207369DAF1C}"/>
                </a:ext>
              </a:extLst>
            </p:cNvPr>
            <p:cNvSpPr txBox="1"/>
            <p:nvPr/>
          </p:nvSpPr>
          <p:spPr>
            <a:xfrm>
              <a:off x="8746902" y="1241146"/>
              <a:ext cx="17843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Third party agents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B004BFA-4CD7-3345-ABA2-1F751214C2D7}"/>
                </a:ext>
              </a:extLst>
            </p:cNvPr>
            <p:cNvGrpSpPr/>
            <p:nvPr/>
          </p:nvGrpSpPr>
          <p:grpSpPr>
            <a:xfrm>
              <a:off x="8849519" y="1600800"/>
              <a:ext cx="1582282" cy="239375"/>
              <a:chOff x="8843670" y="1591292"/>
              <a:chExt cx="1582282" cy="239375"/>
            </a:xfrm>
          </p:grpSpPr>
          <p:pic>
            <p:nvPicPr>
              <p:cNvPr id="37" name="Picture 36" descr="A blue logo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476779C6-6B51-D087-81F6-01456BBA6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95745" y="1591292"/>
                <a:ext cx="230207" cy="217974"/>
              </a:xfrm>
              <a:prstGeom prst="rect">
                <a:avLst/>
              </a:prstGeom>
            </p:spPr>
          </p:pic>
          <p:pic>
            <p:nvPicPr>
              <p:cNvPr id="38" name="Picture 37" descr="A black logo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035B0484-3386-5ED9-DA5D-EDE85F774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43670" y="1591292"/>
                <a:ext cx="228272" cy="231502"/>
              </a:xfrm>
              <a:prstGeom prst="rect">
                <a:avLst/>
              </a:prstGeom>
            </p:spPr>
          </p:pic>
          <p:pic>
            <p:nvPicPr>
              <p:cNvPr id="40" name="Picture 39" descr="A rainbow colored logo on a black background&#10;&#10;AI-generated content may be incorrect.">
                <a:extLst>
                  <a:ext uri="{FF2B5EF4-FFF2-40B4-BE49-F238E27FC236}">
                    <a16:creationId xmlns:a16="http://schemas.microsoft.com/office/drawing/2014/main" id="{34D28D82-2FF4-EF04-67C1-8D031B177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02330" y="1591292"/>
                <a:ext cx="263026" cy="239375"/>
              </a:xfrm>
              <a:prstGeom prst="rect">
                <a:avLst/>
              </a:prstGeom>
            </p:spPr>
          </p:pic>
        </p:grpSp>
      </p:grpSp>
      <p:sp>
        <p:nvSpPr>
          <p:cNvPr id="42" name="Rounded Rectangle 31">
            <a:extLst>
              <a:ext uri="{FF2B5EF4-FFF2-40B4-BE49-F238E27FC236}">
                <a16:creationId xmlns:a16="http://schemas.microsoft.com/office/drawing/2014/main" id="{066EF662-F8AA-F2DB-514B-782A4334879E}"/>
              </a:ext>
            </a:extLst>
          </p:cNvPr>
          <p:cNvSpPr/>
          <p:nvPr/>
        </p:nvSpPr>
        <p:spPr>
          <a:xfrm>
            <a:off x="4060892" y="1741804"/>
            <a:ext cx="1106565" cy="957768"/>
          </a:xfrm>
          <a:prstGeom prst="roundRect">
            <a:avLst>
              <a:gd name="adj" fmla="val 64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Rounded Rectangle 32">
            <a:extLst>
              <a:ext uri="{FF2B5EF4-FFF2-40B4-BE49-F238E27FC236}">
                <a16:creationId xmlns:a16="http://schemas.microsoft.com/office/drawing/2014/main" id="{3BD57FD8-C515-A51E-D0BC-791E942A571A}"/>
              </a:ext>
            </a:extLst>
          </p:cNvPr>
          <p:cNvSpPr/>
          <p:nvPr/>
        </p:nvSpPr>
        <p:spPr>
          <a:xfrm>
            <a:off x="5255698" y="1741804"/>
            <a:ext cx="2393883" cy="957768"/>
          </a:xfrm>
          <a:prstGeom prst="roundRect">
            <a:avLst>
              <a:gd name="adj" fmla="val 64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ounded Rectangle 33">
            <a:extLst>
              <a:ext uri="{FF2B5EF4-FFF2-40B4-BE49-F238E27FC236}">
                <a16:creationId xmlns:a16="http://schemas.microsoft.com/office/drawing/2014/main" id="{614EE6C5-263F-88D6-A646-4775DE097330}"/>
              </a:ext>
            </a:extLst>
          </p:cNvPr>
          <p:cNvSpPr/>
          <p:nvPr/>
        </p:nvSpPr>
        <p:spPr>
          <a:xfrm>
            <a:off x="9484442" y="1741804"/>
            <a:ext cx="1106566" cy="957768"/>
          </a:xfrm>
          <a:prstGeom prst="roundRect">
            <a:avLst>
              <a:gd name="adj" fmla="val 64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ounded Rectangle 34">
            <a:extLst>
              <a:ext uri="{FF2B5EF4-FFF2-40B4-BE49-F238E27FC236}">
                <a16:creationId xmlns:a16="http://schemas.microsoft.com/office/drawing/2014/main" id="{ED0EC3AC-4519-1571-14C8-689536130529}"/>
              </a:ext>
            </a:extLst>
          </p:cNvPr>
          <p:cNvSpPr/>
          <p:nvPr/>
        </p:nvSpPr>
        <p:spPr>
          <a:xfrm>
            <a:off x="7737822" y="1741804"/>
            <a:ext cx="1658380" cy="957768"/>
          </a:xfrm>
          <a:prstGeom prst="roundRect">
            <a:avLst>
              <a:gd name="adj" fmla="val 64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484862-C362-617C-E297-6026956C455A}"/>
              </a:ext>
            </a:extLst>
          </p:cNvPr>
          <p:cNvSpPr txBox="1"/>
          <p:nvPr/>
        </p:nvSpPr>
        <p:spPr>
          <a:xfrm>
            <a:off x="4092173" y="1737169"/>
            <a:ext cx="10569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Agent builder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24C1FF-C94C-D49E-837B-60EB31557E91}"/>
              </a:ext>
            </a:extLst>
          </p:cNvPr>
          <p:cNvSpPr txBox="1"/>
          <p:nvPr/>
        </p:nvSpPr>
        <p:spPr>
          <a:xfrm>
            <a:off x="4054951" y="1972374"/>
            <a:ext cx="1056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Prompt/Persona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builder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E649EB-A51B-3C46-B933-AA498893D052}"/>
              </a:ext>
            </a:extLst>
          </p:cNvPr>
          <p:cNvSpPr txBox="1"/>
          <p:nvPr/>
        </p:nvSpPr>
        <p:spPr>
          <a:xfrm>
            <a:off x="4092172" y="2354786"/>
            <a:ext cx="10569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Integrators 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connectors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CAB0CC-6714-4DD9-07B9-C993A53C790D}"/>
              </a:ext>
            </a:extLst>
          </p:cNvPr>
          <p:cNvSpPr txBox="1"/>
          <p:nvPr/>
        </p:nvSpPr>
        <p:spPr>
          <a:xfrm>
            <a:off x="5668487" y="1755164"/>
            <a:ext cx="12675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Agent orchestration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6E7E92D-A98F-40C8-1DC0-400BACAB8D57}"/>
              </a:ext>
            </a:extLst>
          </p:cNvPr>
          <p:cNvSpPr txBox="1"/>
          <p:nvPr/>
        </p:nvSpPr>
        <p:spPr>
          <a:xfrm>
            <a:off x="7829736" y="1755164"/>
            <a:ext cx="12675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Agent observability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7242C8-D92A-A241-7F16-982D6B944C8B}"/>
              </a:ext>
            </a:extLst>
          </p:cNvPr>
          <p:cNvSpPr txBox="1"/>
          <p:nvPr/>
        </p:nvSpPr>
        <p:spPr>
          <a:xfrm>
            <a:off x="5274865" y="1972374"/>
            <a:ext cx="772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Mutli 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coordinator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FB7783-334A-18B8-7C5F-426BD432CA7E}"/>
              </a:ext>
            </a:extLst>
          </p:cNvPr>
          <p:cNvSpPr txBox="1"/>
          <p:nvPr/>
        </p:nvSpPr>
        <p:spPr>
          <a:xfrm>
            <a:off x="6011465" y="1979185"/>
            <a:ext cx="924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Task planner/ splitter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B42B2B-AE4F-3500-8EBB-89573CC02888}"/>
              </a:ext>
            </a:extLst>
          </p:cNvPr>
          <p:cNvSpPr txBox="1"/>
          <p:nvPr/>
        </p:nvSpPr>
        <p:spPr>
          <a:xfrm>
            <a:off x="6936019" y="1981267"/>
            <a:ext cx="635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LLM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Routers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9C18FD-E5A1-0D03-CF20-7B2C1ED3AB43}"/>
              </a:ext>
            </a:extLst>
          </p:cNvPr>
          <p:cNvSpPr txBox="1"/>
          <p:nvPr/>
        </p:nvSpPr>
        <p:spPr>
          <a:xfrm>
            <a:off x="5246430" y="2408628"/>
            <a:ext cx="13624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State Machine Manager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A1C4BB-5CED-280E-7B6D-C933EE332942}"/>
              </a:ext>
            </a:extLst>
          </p:cNvPr>
          <p:cNvSpPr txBox="1"/>
          <p:nvPr/>
        </p:nvSpPr>
        <p:spPr>
          <a:xfrm>
            <a:off x="6654626" y="2407587"/>
            <a:ext cx="9245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Context cache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05FB92-7405-1DAB-3292-77D1FA0D0723}"/>
              </a:ext>
            </a:extLst>
          </p:cNvPr>
          <p:cNvSpPr txBox="1"/>
          <p:nvPr/>
        </p:nvSpPr>
        <p:spPr>
          <a:xfrm>
            <a:off x="9619619" y="1751588"/>
            <a:ext cx="814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Agent library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6B15C3-06E2-D158-88AD-E4DFB4B2C179}"/>
              </a:ext>
            </a:extLst>
          </p:cNvPr>
          <p:cNvSpPr txBox="1"/>
          <p:nvPr/>
        </p:nvSpPr>
        <p:spPr>
          <a:xfrm>
            <a:off x="9534064" y="1973518"/>
            <a:ext cx="987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Prompt &amp; Chain templates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C86B0E-C300-FA27-DC3F-7DEDE2254300}"/>
              </a:ext>
            </a:extLst>
          </p:cNvPr>
          <p:cNvSpPr txBox="1"/>
          <p:nvPr/>
        </p:nvSpPr>
        <p:spPr>
          <a:xfrm>
            <a:off x="9548661" y="2398530"/>
            <a:ext cx="987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Versioning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F6F535-8CFD-EDF1-D1D5-47422ADBA16A}"/>
              </a:ext>
            </a:extLst>
          </p:cNvPr>
          <p:cNvSpPr txBox="1"/>
          <p:nvPr/>
        </p:nvSpPr>
        <p:spPr>
          <a:xfrm>
            <a:off x="7666779" y="1968001"/>
            <a:ext cx="987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Cost/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Token tracker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68C720-CB5F-54BC-D135-2265BED077FE}"/>
              </a:ext>
            </a:extLst>
          </p:cNvPr>
          <p:cNvSpPr txBox="1"/>
          <p:nvPr/>
        </p:nvSpPr>
        <p:spPr>
          <a:xfrm>
            <a:off x="8452665" y="1988961"/>
            <a:ext cx="987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Event logger/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tracker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ECCDAAA-F318-0F50-327D-9DCB1D1874D3}"/>
              </a:ext>
            </a:extLst>
          </p:cNvPr>
          <p:cNvSpPr txBox="1"/>
          <p:nvPr/>
        </p:nvSpPr>
        <p:spPr>
          <a:xfrm>
            <a:off x="7883832" y="2413516"/>
            <a:ext cx="13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Performance monitor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B423DC9-6642-A429-02C6-4A87F02D39BF}"/>
              </a:ext>
            </a:extLst>
          </p:cNvPr>
          <p:cNvCxnSpPr/>
          <p:nvPr/>
        </p:nvCxnSpPr>
        <p:spPr>
          <a:xfrm>
            <a:off x="4092172" y="1968001"/>
            <a:ext cx="10752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474A737-2450-7DD5-9DA6-A0CA0CD6E6A7}"/>
              </a:ext>
            </a:extLst>
          </p:cNvPr>
          <p:cNvCxnSpPr/>
          <p:nvPr/>
        </p:nvCxnSpPr>
        <p:spPr>
          <a:xfrm>
            <a:off x="4076531" y="2346013"/>
            <a:ext cx="10752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CD25256-4CF9-4C31-3339-1ED6C0838425}"/>
              </a:ext>
            </a:extLst>
          </p:cNvPr>
          <p:cNvCxnSpPr>
            <a:cxnSpLocks/>
          </p:cNvCxnSpPr>
          <p:nvPr/>
        </p:nvCxnSpPr>
        <p:spPr>
          <a:xfrm>
            <a:off x="5246430" y="1970571"/>
            <a:ext cx="2403151" cy="8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792A591-361A-FB81-F3B0-BF54E1BB5F64}"/>
              </a:ext>
            </a:extLst>
          </p:cNvPr>
          <p:cNvCxnSpPr>
            <a:cxnSpLocks/>
          </p:cNvCxnSpPr>
          <p:nvPr/>
        </p:nvCxnSpPr>
        <p:spPr>
          <a:xfrm>
            <a:off x="5252435" y="2341603"/>
            <a:ext cx="2397146" cy="11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CBE1763-0F89-AFBA-4765-A6BAAF419318}"/>
              </a:ext>
            </a:extLst>
          </p:cNvPr>
          <p:cNvCxnSpPr>
            <a:cxnSpLocks/>
          </p:cNvCxnSpPr>
          <p:nvPr/>
        </p:nvCxnSpPr>
        <p:spPr>
          <a:xfrm>
            <a:off x="6058035" y="1964608"/>
            <a:ext cx="0" cy="388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A76DF54-EEC9-F8EB-614E-58DED2A6A256}"/>
              </a:ext>
            </a:extLst>
          </p:cNvPr>
          <p:cNvCxnSpPr>
            <a:cxnSpLocks/>
          </p:cNvCxnSpPr>
          <p:nvPr/>
        </p:nvCxnSpPr>
        <p:spPr>
          <a:xfrm>
            <a:off x="6861310" y="1968310"/>
            <a:ext cx="0" cy="384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F2B7BD-50B4-55DF-A75E-AC6622B01484}"/>
              </a:ext>
            </a:extLst>
          </p:cNvPr>
          <p:cNvCxnSpPr>
            <a:cxnSpLocks/>
          </p:cNvCxnSpPr>
          <p:nvPr/>
        </p:nvCxnSpPr>
        <p:spPr>
          <a:xfrm>
            <a:off x="6654626" y="2347266"/>
            <a:ext cx="0" cy="35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5AF9FBD-A6B8-0240-901E-096455BCFF26}"/>
              </a:ext>
            </a:extLst>
          </p:cNvPr>
          <p:cNvCxnSpPr>
            <a:cxnSpLocks/>
          </p:cNvCxnSpPr>
          <p:nvPr/>
        </p:nvCxnSpPr>
        <p:spPr>
          <a:xfrm>
            <a:off x="7712295" y="1972308"/>
            <a:ext cx="16839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84D5A99-C870-1370-9CC3-FCCE9FCF83CC}"/>
              </a:ext>
            </a:extLst>
          </p:cNvPr>
          <p:cNvCxnSpPr>
            <a:cxnSpLocks/>
          </p:cNvCxnSpPr>
          <p:nvPr/>
        </p:nvCxnSpPr>
        <p:spPr>
          <a:xfrm>
            <a:off x="9484442" y="1979185"/>
            <a:ext cx="1106566" cy="6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09BA76B-3587-1CC9-E7C9-837A44019B89}"/>
              </a:ext>
            </a:extLst>
          </p:cNvPr>
          <p:cNvCxnSpPr/>
          <p:nvPr/>
        </p:nvCxnSpPr>
        <p:spPr>
          <a:xfrm>
            <a:off x="8544125" y="1972308"/>
            <a:ext cx="0" cy="365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083F48A-101F-EFB4-65C4-86D763BAB53D}"/>
              </a:ext>
            </a:extLst>
          </p:cNvPr>
          <p:cNvCxnSpPr/>
          <p:nvPr/>
        </p:nvCxnSpPr>
        <p:spPr>
          <a:xfrm>
            <a:off x="7737822" y="2346857"/>
            <a:ext cx="16583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CFB990-427F-0191-24E0-ADEEDC026EA9}"/>
              </a:ext>
            </a:extLst>
          </p:cNvPr>
          <p:cNvCxnSpPr>
            <a:cxnSpLocks/>
          </p:cNvCxnSpPr>
          <p:nvPr/>
        </p:nvCxnSpPr>
        <p:spPr>
          <a:xfrm>
            <a:off x="9486110" y="2346013"/>
            <a:ext cx="1106566" cy="6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63">
            <a:extLst>
              <a:ext uri="{FF2B5EF4-FFF2-40B4-BE49-F238E27FC236}">
                <a16:creationId xmlns:a16="http://schemas.microsoft.com/office/drawing/2014/main" id="{0C88E268-6873-AB4F-2BAE-DFA7E3561D76}"/>
              </a:ext>
            </a:extLst>
          </p:cNvPr>
          <p:cNvSpPr/>
          <p:nvPr/>
        </p:nvSpPr>
        <p:spPr>
          <a:xfrm>
            <a:off x="4011901" y="2916488"/>
            <a:ext cx="6684433" cy="1158299"/>
          </a:xfrm>
          <a:prstGeom prst="roundRect">
            <a:avLst>
              <a:gd name="adj" fmla="val 120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02C21D-4257-910C-6319-C6C4CEB4B7E1}"/>
              </a:ext>
            </a:extLst>
          </p:cNvPr>
          <p:cNvSpPr txBox="1"/>
          <p:nvPr/>
        </p:nvSpPr>
        <p:spPr>
          <a:xfrm>
            <a:off x="4108967" y="1513127"/>
            <a:ext cx="1056902" cy="26161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Action</a:t>
            </a:r>
          </a:p>
        </p:txBody>
      </p:sp>
      <p:sp>
        <p:nvSpPr>
          <p:cNvPr id="81" name="Round Same-side Corner of Rectangle 65">
            <a:extLst>
              <a:ext uri="{FF2B5EF4-FFF2-40B4-BE49-F238E27FC236}">
                <a16:creationId xmlns:a16="http://schemas.microsoft.com/office/drawing/2014/main" id="{AE9E3DF7-A905-4227-4B83-E2323CD761E8}"/>
              </a:ext>
            </a:extLst>
          </p:cNvPr>
          <p:cNvSpPr/>
          <p:nvPr/>
        </p:nvSpPr>
        <p:spPr>
          <a:xfrm>
            <a:off x="4091616" y="3410894"/>
            <a:ext cx="4108184" cy="255524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9E6368-064D-846B-9F16-BAA30E89AA9E}"/>
              </a:ext>
            </a:extLst>
          </p:cNvPr>
          <p:cNvSpPr txBox="1"/>
          <p:nvPr/>
        </p:nvSpPr>
        <p:spPr>
          <a:xfrm>
            <a:off x="4108967" y="2925769"/>
            <a:ext cx="1056902" cy="26161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Search</a:t>
            </a:r>
          </a:p>
        </p:txBody>
      </p:sp>
      <p:sp>
        <p:nvSpPr>
          <p:cNvPr id="83" name="Rounded Rectangle 67">
            <a:extLst>
              <a:ext uri="{FF2B5EF4-FFF2-40B4-BE49-F238E27FC236}">
                <a16:creationId xmlns:a16="http://schemas.microsoft.com/office/drawing/2014/main" id="{BB9E8DA5-2FA2-CF60-D205-DBEBB4018E93}"/>
              </a:ext>
            </a:extLst>
          </p:cNvPr>
          <p:cNvSpPr/>
          <p:nvPr/>
        </p:nvSpPr>
        <p:spPr>
          <a:xfrm>
            <a:off x="4091615" y="3133410"/>
            <a:ext cx="6499393" cy="230833"/>
          </a:xfrm>
          <a:prstGeom prst="roundRect">
            <a:avLst>
              <a:gd name="adj" fmla="val 4100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3B0E38-793B-09B6-D9AB-3804F6DEBEB2}"/>
              </a:ext>
            </a:extLst>
          </p:cNvPr>
          <p:cNvSpPr txBox="1"/>
          <p:nvPr/>
        </p:nvSpPr>
        <p:spPr>
          <a:xfrm>
            <a:off x="4826075" y="3148799"/>
            <a:ext cx="50458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Unified  AI powered hybrid search (semantic, contextual, multimodal) / NL conversational engine</a:t>
            </a:r>
          </a:p>
        </p:txBody>
      </p:sp>
      <p:sp>
        <p:nvSpPr>
          <p:cNvPr id="85" name="Round Same Side Corner Rectangle 1105">
            <a:extLst>
              <a:ext uri="{FF2B5EF4-FFF2-40B4-BE49-F238E27FC236}">
                <a16:creationId xmlns:a16="http://schemas.microsoft.com/office/drawing/2014/main" id="{99733C9D-520C-844A-4117-F35F0FE9508B}"/>
              </a:ext>
            </a:extLst>
          </p:cNvPr>
          <p:cNvSpPr/>
          <p:nvPr/>
        </p:nvSpPr>
        <p:spPr>
          <a:xfrm>
            <a:off x="4106993" y="3685262"/>
            <a:ext cx="4066957" cy="264814"/>
          </a:xfrm>
          <a:prstGeom prst="round2SameRect">
            <a:avLst/>
          </a:prstGeom>
          <a:solidFill>
            <a:schemeClr val="bg1">
              <a:alpha val="4768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487B8D-EB32-D97A-8E3C-9D290ED6E802}"/>
              </a:ext>
            </a:extLst>
          </p:cNvPr>
          <p:cNvSpPr txBox="1"/>
          <p:nvPr/>
        </p:nvSpPr>
        <p:spPr>
          <a:xfrm>
            <a:off x="5144276" y="3439041"/>
            <a:ext cx="20182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Advanced Search/RAG Engine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883865E-ED41-395B-FCF9-769AB33C705C}"/>
              </a:ext>
            </a:extLst>
          </p:cNvPr>
          <p:cNvSpPr/>
          <p:nvPr/>
        </p:nvSpPr>
        <p:spPr>
          <a:xfrm>
            <a:off x="4091615" y="3685262"/>
            <a:ext cx="4108184" cy="334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DE51474-411A-8C5E-F4C6-A907873272E1}"/>
              </a:ext>
            </a:extLst>
          </p:cNvPr>
          <p:cNvSpPr txBox="1"/>
          <p:nvPr/>
        </p:nvSpPr>
        <p:spPr>
          <a:xfrm>
            <a:off x="4092172" y="3716290"/>
            <a:ext cx="11787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Semantic retriever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1D077F-DC8C-A697-30ED-CBB0580947AE}"/>
              </a:ext>
            </a:extLst>
          </p:cNvPr>
          <p:cNvSpPr txBox="1"/>
          <p:nvPr/>
        </p:nvSpPr>
        <p:spPr>
          <a:xfrm>
            <a:off x="5143713" y="3716290"/>
            <a:ext cx="20980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Hybrid search and weighted ranking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D8EED8-E565-FBBF-75BE-39AD1DF5A1CD}"/>
              </a:ext>
            </a:extLst>
          </p:cNvPr>
          <p:cNvSpPr txBox="1"/>
          <p:nvPr/>
        </p:nvSpPr>
        <p:spPr>
          <a:xfrm>
            <a:off x="7184107" y="3716290"/>
            <a:ext cx="10722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RAG query writer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6CBECEA-680F-920C-B3A8-88391951C7CE}"/>
              </a:ext>
            </a:extLst>
          </p:cNvPr>
          <p:cNvCxnSpPr>
            <a:cxnSpLocks/>
          </p:cNvCxnSpPr>
          <p:nvPr/>
        </p:nvCxnSpPr>
        <p:spPr>
          <a:xfrm>
            <a:off x="4092172" y="3671222"/>
            <a:ext cx="4107627" cy="498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9F37B46-8370-35EE-A0C3-4FD9643C0C87}"/>
              </a:ext>
            </a:extLst>
          </p:cNvPr>
          <p:cNvCxnSpPr/>
          <p:nvPr/>
        </p:nvCxnSpPr>
        <p:spPr>
          <a:xfrm>
            <a:off x="5239784" y="3673346"/>
            <a:ext cx="0" cy="337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94E90E7-F0BA-A7FE-8DDA-CC98459A748F}"/>
              </a:ext>
            </a:extLst>
          </p:cNvPr>
          <p:cNvCxnSpPr/>
          <p:nvPr/>
        </p:nvCxnSpPr>
        <p:spPr>
          <a:xfrm>
            <a:off x="7185141" y="3682400"/>
            <a:ext cx="0" cy="337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78">
            <a:extLst>
              <a:ext uri="{FF2B5EF4-FFF2-40B4-BE49-F238E27FC236}">
                <a16:creationId xmlns:a16="http://schemas.microsoft.com/office/drawing/2014/main" id="{5648339E-0F03-6317-B2D5-2EF532FEBC5E}"/>
              </a:ext>
            </a:extLst>
          </p:cNvPr>
          <p:cNvSpPr/>
          <p:nvPr/>
        </p:nvSpPr>
        <p:spPr>
          <a:xfrm>
            <a:off x="8295870" y="3437581"/>
            <a:ext cx="2295138" cy="538644"/>
          </a:xfrm>
          <a:prstGeom prst="roundRect">
            <a:avLst>
              <a:gd name="adj" fmla="val 1076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7777708-66B5-D3A8-6D95-F3200B36FAA7}"/>
              </a:ext>
            </a:extLst>
          </p:cNvPr>
          <p:cNvSpPr txBox="1"/>
          <p:nvPr/>
        </p:nvSpPr>
        <p:spPr>
          <a:xfrm>
            <a:off x="8349251" y="3454418"/>
            <a:ext cx="197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Dynamic knowledge graph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(entity linker and disambiguator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Relation inferencer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0BDE6E0-C731-8611-6C2A-EFB05F437DC0}"/>
              </a:ext>
            </a:extLst>
          </p:cNvPr>
          <p:cNvCxnSpPr>
            <a:cxnSpLocks/>
          </p:cNvCxnSpPr>
          <p:nvPr/>
        </p:nvCxnSpPr>
        <p:spPr>
          <a:xfrm>
            <a:off x="9064088" y="6067141"/>
            <a:ext cx="0" cy="489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81">
            <a:extLst>
              <a:ext uri="{FF2B5EF4-FFF2-40B4-BE49-F238E27FC236}">
                <a16:creationId xmlns:a16="http://schemas.microsoft.com/office/drawing/2014/main" id="{63A70C04-0186-42FA-6B79-3DAFC8A48150}"/>
              </a:ext>
            </a:extLst>
          </p:cNvPr>
          <p:cNvSpPr/>
          <p:nvPr/>
        </p:nvSpPr>
        <p:spPr>
          <a:xfrm>
            <a:off x="4006782" y="4160956"/>
            <a:ext cx="6684433" cy="1235149"/>
          </a:xfrm>
          <a:prstGeom prst="roundRect">
            <a:avLst>
              <a:gd name="adj" fmla="val 12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6880AAB-C324-803E-F5F2-BF316D263B33}"/>
              </a:ext>
            </a:extLst>
          </p:cNvPr>
          <p:cNvSpPr txBox="1"/>
          <p:nvPr/>
        </p:nvSpPr>
        <p:spPr>
          <a:xfrm>
            <a:off x="4108967" y="4151922"/>
            <a:ext cx="4196162" cy="26161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Knowledge: Connected Intelligence &amp; Human like understanding</a:t>
            </a:r>
          </a:p>
        </p:txBody>
      </p:sp>
      <p:sp>
        <p:nvSpPr>
          <p:cNvPr id="99" name="Rounded Rectangle 83">
            <a:extLst>
              <a:ext uri="{FF2B5EF4-FFF2-40B4-BE49-F238E27FC236}">
                <a16:creationId xmlns:a16="http://schemas.microsoft.com/office/drawing/2014/main" id="{9F26167C-93DC-EDD9-6524-20BE8D6709F8}"/>
              </a:ext>
            </a:extLst>
          </p:cNvPr>
          <p:cNvSpPr/>
          <p:nvPr/>
        </p:nvSpPr>
        <p:spPr>
          <a:xfrm>
            <a:off x="4091615" y="4404720"/>
            <a:ext cx="6499393" cy="873082"/>
          </a:xfrm>
          <a:prstGeom prst="roundRect">
            <a:avLst>
              <a:gd name="adj" fmla="val 119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A9FB3E5-72AC-EC5A-6470-FB4697FBC25E}"/>
              </a:ext>
            </a:extLst>
          </p:cNvPr>
          <p:cNvSpPr txBox="1"/>
          <p:nvPr/>
        </p:nvSpPr>
        <p:spPr>
          <a:xfrm>
            <a:off x="4307645" y="4424969"/>
            <a:ext cx="2578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Automated AI extractors/processors/enrichers-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Domain metadata, semantics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4E0C5DF-9A09-A2CB-B533-45953E0EE82A}"/>
              </a:ext>
            </a:extLst>
          </p:cNvPr>
          <p:cNvSpPr txBox="1"/>
          <p:nvPr/>
        </p:nvSpPr>
        <p:spPr>
          <a:xfrm>
            <a:off x="4170664" y="4870332"/>
            <a:ext cx="2886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AI First Contextual linkages – classify, pre-process,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Synthesize, summarize, enrich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289EFE8-A197-364E-8C84-EA4B11BF2505}"/>
              </a:ext>
            </a:extLst>
          </p:cNvPr>
          <p:cNvSpPr txBox="1"/>
          <p:nvPr/>
        </p:nvSpPr>
        <p:spPr>
          <a:xfrm>
            <a:off x="7184107" y="4419049"/>
            <a:ext cx="1678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Integrated workspace –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Documents, codes, tickets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DA56A8D-A053-6B79-551E-0FA82B486F50}"/>
              </a:ext>
            </a:extLst>
          </p:cNvPr>
          <p:cNvSpPr txBox="1"/>
          <p:nvPr/>
        </p:nvSpPr>
        <p:spPr>
          <a:xfrm>
            <a:off x="7204593" y="4812297"/>
            <a:ext cx="16789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Centralized knowledge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6BEED6C-5017-DD15-D65C-D4E6BB6D7E06}"/>
              </a:ext>
            </a:extLst>
          </p:cNvPr>
          <p:cNvSpPr txBox="1"/>
          <p:nvPr/>
        </p:nvSpPr>
        <p:spPr>
          <a:xfrm>
            <a:off x="7191495" y="5071033"/>
            <a:ext cx="16789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E2E dependency graphs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82EE5F8-FD95-69D6-EDA0-A225C716A094}"/>
              </a:ext>
            </a:extLst>
          </p:cNvPr>
          <p:cNvSpPr txBox="1"/>
          <p:nvPr/>
        </p:nvSpPr>
        <p:spPr>
          <a:xfrm>
            <a:off x="8923193" y="4482262"/>
            <a:ext cx="16789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Software health metrics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4D19BD2-7E64-ED69-7A04-1C5AA7AB6449}"/>
              </a:ext>
            </a:extLst>
          </p:cNvPr>
          <p:cNvSpPr txBox="1"/>
          <p:nvPr/>
        </p:nvSpPr>
        <p:spPr>
          <a:xfrm>
            <a:off x="9251768" y="4866700"/>
            <a:ext cx="12403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Debt Classification,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&amp; Insights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81BD794-DD7E-9EDB-6B0F-C83454104C89}"/>
              </a:ext>
            </a:extLst>
          </p:cNvPr>
          <p:cNvCxnSpPr>
            <a:cxnSpLocks/>
          </p:cNvCxnSpPr>
          <p:nvPr/>
        </p:nvCxnSpPr>
        <p:spPr>
          <a:xfrm>
            <a:off x="4106993" y="4836186"/>
            <a:ext cx="6484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7A5006B-FA6E-C010-5F0A-AC523D4EF3FC}"/>
              </a:ext>
            </a:extLst>
          </p:cNvPr>
          <p:cNvCxnSpPr>
            <a:cxnSpLocks/>
          </p:cNvCxnSpPr>
          <p:nvPr/>
        </p:nvCxnSpPr>
        <p:spPr>
          <a:xfrm>
            <a:off x="7155640" y="4404720"/>
            <a:ext cx="0" cy="860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A27D0F8-C274-781B-AB41-24C441066444}"/>
              </a:ext>
            </a:extLst>
          </p:cNvPr>
          <p:cNvCxnSpPr>
            <a:cxnSpLocks/>
          </p:cNvCxnSpPr>
          <p:nvPr/>
        </p:nvCxnSpPr>
        <p:spPr>
          <a:xfrm>
            <a:off x="8962193" y="4413130"/>
            <a:ext cx="0" cy="860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F3D68F6-77D8-E016-FCF3-12B50DCC8133}"/>
              </a:ext>
            </a:extLst>
          </p:cNvPr>
          <p:cNvCxnSpPr>
            <a:cxnSpLocks/>
          </p:cNvCxnSpPr>
          <p:nvPr/>
        </p:nvCxnSpPr>
        <p:spPr>
          <a:xfrm>
            <a:off x="7155640" y="5062515"/>
            <a:ext cx="18065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95">
            <a:extLst>
              <a:ext uri="{FF2B5EF4-FFF2-40B4-BE49-F238E27FC236}">
                <a16:creationId xmlns:a16="http://schemas.microsoft.com/office/drawing/2014/main" id="{0A0FB51F-B03C-6B17-6098-0CBE1E873B24}"/>
              </a:ext>
            </a:extLst>
          </p:cNvPr>
          <p:cNvSpPr/>
          <p:nvPr/>
        </p:nvSpPr>
        <p:spPr>
          <a:xfrm>
            <a:off x="3992089" y="5768130"/>
            <a:ext cx="2168733" cy="785450"/>
          </a:xfrm>
          <a:prstGeom prst="roundRect">
            <a:avLst>
              <a:gd name="adj" fmla="val 119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919E20E-AF07-0B84-FFD9-B9DD2148F18C}"/>
              </a:ext>
            </a:extLst>
          </p:cNvPr>
          <p:cNvSpPr txBox="1"/>
          <p:nvPr/>
        </p:nvSpPr>
        <p:spPr>
          <a:xfrm>
            <a:off x="4112035" y="5818759"/>
            <a:ext cx="20476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Multiple internal systems (CRM, Wealth, SME, transaction data, content repositories)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External APIs, market data, social feeds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4D52C3F-4A5C-141C-B5B8-FDAE9DBABF93}"/>
              </a:ext>
            </a:extLst>
          </p:cNvPr>
          <p:cNvSpPr txBox="1"/>
          <p:nvPr/>
        </p:nvSpPr>
        <p:spPr>
          <a:xfrm>
            <a:off x="4374029" y="5543838"/>
            <a:ext cx="828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Connectors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AF9C0B2-C70F-EBBD-19DB-A236AB87DCC0}"/>
              </a:ext>
            </a:extLst>
          </p:cNvPr>
          <p:cNvSpPr txBox="1"/>
          <p:nvPr/>
        </p:nvSpPr>
        <p:spPr>
          <a:xfrm>
            <a:off x="5266104" y="5543838"/>
            <a:ext cx="8281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Actions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504EFB6-457E-36F8-CC66-A119AC9A8711}"/>
              </a:ext>
            </a:extLst>
          </p:cNvPr>
          <p:cNvCxnSpPr>
            <a:cxnSpLocks/>
          </p:cNvCxnSpPr>
          <p:nvPr/>
        </p:nvCxnSpPr>
        <p:spPr>
          <a:xfrm>
            <a:off x="4428301" y="5442557"/>
            <a:ext cx="0" cy="34174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6A2C0CE-EA89-D813-9896-75F8FDA8D0C4}"/>
              </a:ext>
            </a:extLst>
          </p:cNvPr>
          <p:cNvCxnSpPr>
            <a:cxnSpLocks/>
          </p:cNvCxnSpPr>
          <p:nvPr/>
        </p:nvCxnSpPr>
        <p:spPr>
          <a:xfrm>
            <a:off x="5404075" y="5450143"/>
            <a:ext cx="0" cy="3051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BD40712-C0A2-B51B-AE61-F5D9EA92DABF}"/>
              </a:ext>
            </a:extLst>
          </p:cNvPr>
          <p:cNvCxnSpPr>
            <a:cxnSpLocks/>
          </p:cNvCxnSpPr>
          <p:nvPr/>
        </p:nvCxnSpPr>
        <p:spPr>
          <a:xfrm>
            <a:off x="9055003" y="6068866"/>
            <a:ext cx="0" cy="502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02">
            <a:extLst>
              <a:ext uri="{FF2B5EF4-FFF2-40B4-BE49-F238E27FC236}">
                <a16:creationId xmlns:a16="http://schemas.microsoft.com/office/drawing/2014/main" id="{AF1E8BED-EF8E-86ED-B6EB-37A493CAAC1C}"/>
              </a:ext>
            </a:extLst>
          </p:cNvPr>
          <p:cNvSpPr/>
          <p:nvPr/>
        </p:nvSpPr>
        <p:spPr>
          <a:xfrm>
            <a:off x="6302253" y="5768130"/>
            <a:ext cx="4483347" cy="785450"/>
          </a:xfrm>
          <a:prstGeom prst="roundRect">
            <a:avLst>
              <a:gd name="adj" fmla="val 119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1CFDFA0-77B0-86CC-8590-34138FF3FD4E}"/>
              </a:ext>
            </a:extLst>
          </p:cNvPr>
          <p:cNvGrpSpPr/>
          <p:nvPr/>
        </p:nvGrpSpPr>
        <p:grpSpPr>
          <a:xfrm>
            <a:off x="6292056" y="5803682"/>
            <a:ext cx="4489551" cy="767298"/>
            <a:chOff x="6292056" y="5803682"/>
            <a:chExt cx="4489551" cy="767298"/>
          </a:xfrm>
        </p:grpSpPr>
        <p:pic>
          <p:nvPicPr>
            <p:cNvPr id="120" name="Picture 119" descr="A black and orange logo&#10;&#10;AI-generated content may be incorrect.">
              <a:extLst>
                <a:ext uri="{FF2B5EF4-FFF2-40B4-BE49-F238E27FC236}">
                  <a16:creationId xmlns:a16="http://schemas.microsoft.com/office/drawing/2014/main" id="{0D932480-5CF9-DFFB-66FF-B4E2F42C3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04064" y="6146176"/>
              <a:ext cx="415556" cy="248588"/>
            </a:xfrm>
            <a:prstGeom prst="rect">
              <a:avLst/>
            </a:prstGeom>
          </p:spPr>
        </p:pic>
        <p:pic>
          <p:nvPicPr>
            <p:cNvPr id="121" name="Picture 120" descr="A rainbow colored cloud in a circle&#10;&#10;AI-generated content may be incorrect.">
              <a:extLst>
                <a:ext uri="{FF2B5EF4-FFF2-40B4-BE49-F238E27FC236}">
                  <a16:creationId xmlns:a16="http://schemas.microsoft.com/office/drawing/2014/main" id="{42E63B94-BE98-92BB-1FCB-D3E5443B5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9174" y="6127965"/>
              <a:ext cx="354023" cy="285011"/>
            </a:xfrm>
            <a:prstGeom prst="rect">
              <a:avLst/>
            </a:prstGeom>
          </p:spPr>
        </p:pic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9F36DF7-3145-9B2E-8FA6-644FD90736CC}"/>
                </a:ext>
              </a:extLst>
            </p:cNvPr>
            <p:cNvSpPr txBox="1"/>
            <p:nvPr/>
          </p:nvSpPr>
          <p:spPr>
            <a:xfrm>
              <a:off x="7637370" y="5803682"/>
              <a:ext cx="157679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Deployment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16C2E4C-C30A-76AF-59BB-66B3C5FCB5CF}"/>
                </a:ext>
              </a:extLst>
            </p:cNvPr>
            <p:cNvCxnSpPr>
              <a:cxnSpLocks/>
            </p:cNvCxnSpPr>
            <p:nvPr/>
          </p:nvCxnSpPr>
          <p:spPr>
            <a:xfrm>
              <a:off x="6292056" y="6069241"/>
              <a:ext cx="44895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407CDCA-ABF2-48F2-C2C1-29DB4D498715}"/>
                </a:ext>
              </a:extLst>
            </p:cNvPr>
            <p:cNvCxnSpPr>
              <a:cxnSpLocks/>
            </p:cNvCxnSpPr>
            <p:nvPr/>
          </p:nvCxnSpPr>
          <p:spPr>
            <a:xfrm>
              <a:off x="8493028" y="6068866"/>
              <a:ext cx="0" cy="5021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7DA82E8-035A-FD17-0BBB-AFFD198C4C0C}"/>
                </a:ext>
              </a:extLst>
            </p:cNvPr>
            <p:cNvCxnSpPr>
              <a:cxnSpLocks/>
            </p:cNvCxnSpPr>
            <p:nvPr/>
          </p:nvCxnSpPr>
          <p:spPr>
            <a:xfrm>
              <a:off x="7537353" y="6068866"/>
              <a:ext cx="0" cy="5021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EDD578E-75CD-5046-9275-A7984588AEC9}"/>
                </a:ext>
              </a:extLst>
            </p:cNvPr>
            <p:cNvSpPr txBox="1"/>
            <p:nvPr/>
          </p:nvSpPr>
          <p:spPr>
            <a:xfrm>
              <a:off x="6363635" y="6152706"/>
              <a:ext cx="10630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Model library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(SLM/Private LLM)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426FDC6-C9F9-CB91-B4A2-4A54FBA0108A}"/>
                </a:ext>
              </a:extLst>
            </p:cNvPr>
            <p:cNvSpPr txBox="1"/>
            <p:nvPr/>
          </p:nvSpPr>
          <p:spPr>
            <a:xfrm>
              <a:off x="7579180" y="6197532"/>
              <a:ext cx="8045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Data center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B47AF87-C8AA-41A6-B4BF-E0D70C458AD1}"/>
                </a:ext>
              </a:extLst>
            </p:cNvPr>
            <p:cNvSpPr txBox="1"/>
            <p:nvPr/>
          </p:nvSpPr>
          <p:spPr>
            <a:xfrm>
              <a:off x="8541520" y="6152706"/>
              <a:ext cx="4484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GPU/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CPU</a:t>
              </a:r>
            </a:p>
          </p:txBody>
        </p:sp>
        <p:pic>
          <p:nvPicPr>
            <p:cNvPr id="129" name="Picture 128" descr="A blue logo with a black background&#10;&#10;AI-generated content may be incorrect.">
              <a:extLst>
                <a:ext uri="{FF2B5EF4-FFF2-40B4-BE49-F238E27FC236}">
                  <a16:creationId xmlns:a16="http://schemas.microsoft.com/office/drawing/2014/main" id="{26FE726F-779F-0A91-8D4C-C983E37FD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2751" y="6146176"/>
              <a:ext cx="262539" cy="248588"/>
            </a:xfrm>
            <a:prstGeom prst="rect">
              <a:avLst/>
            </a:prstGeom>
          </p:spPr>
        </p:pic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6272836-C2C6-979E-9FA6-47ACA754B910}"/>
              </a:ext>
            </a:extLst>
          </p:cNvPr>
          <p:cNvCxnSpPr>
            <a:cxnSpLocks/>
          </p:cNvCxnSpPr>
          <p:nvPr/>
        </p:nvCxnSpPr>
        <p:spPr>
          <a:xfrm>
            <a:off x="9056170" y="6067141"/>
            <a:ext cx="0" cy="502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B19CE73-BFBA-6001-B9CD-4C384FA043BA}"/>
              </a:ext>
            </a:extLst>
          </p:cNvPr>
          <p:cNvGrpSpPr/>
          <p:nvPr/>
        </p:nvGrpSpPr>
        <p:grpSpPr>
          <a:xfrm>
            <a:off x="10843642" y="1582056"/>
            <a:ext cx="1272208" cy="3660876"/>
            <a:chOff x="10843642" y="1507333"/>
            <a:chExt cx="1272208" cy="3393863"/>
          </a:xfrm>
        </p:grpSpPr>
        <p:sp>
          <p:nvSpPr>
            <p:cNvPr id="132" name="Rounded Rectangle 116">
              <a:extLst>
                <a:ext uri="{FF2B5EF4-FFF2-40B4-BE49-F238E27FC236}">
                  <a16:creationId xmlns:a16="http://schemas.microsoft.com/office/drawing/2014/main" id="{829D9D99-52C6-34B8-D181-7BA0FA4421DF}"/>
                </a:ext>
              </a:extLst>
            </p:cNvPr>
            <p:cNvSpPr/>
            <p:nvPr/>
          </p:nvSpPr>
          <p:spPr>
            <a:xfrm>
              <a:off x="10904315" y="1507333"/>
              <a:ext cx="1089763" cy="508353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Rounded Rectangle 117">
              <a:extLst>
                <a:ext uri="{FF2B5EF4-FFF2-40B4-BE49-F238E27FC236}">
                  <a16:creationId xmlns:a16="http://schemas.microsoft.com/office/drawing/2014/main" id="{5809E6B0-DF0A-9729-2955-1C66FDB65F9C}"/>
                </a:ext>
              </a:extLst>
            </p:cNvPr>
            <p:cNvSpPr/>
            <p:nvPr/>
          </p:nvSpPr>
          <p:spPr>
            <a:xfrm>
              <a:off x="10914403" y="2039328"/>
              <a:ext cx="1069586" cy="346152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4" name="Rounded Rectangle 118">
              <a:extLst>
                <a:ext uri="{FF2B5EF4-FFF2-40B4-BE49-F238E27FC236}">
                  <a16:creationId xmlns:a16="http://schemas.microsoft.com/office/drawing/2014/main" id="{4D31802B-AD08-6573-4E5E-42F409875FEE}"/>
                </a:ext>
              </a:extLst>
            </p:cNvPr>
            <p:cNvSpPr/>
            <p:nvPr/>
          </p:nvSpPr>
          <p:spPr>
            <a:xfrm>
              <a:off x="10914403" y="2409122"/>
              <a:ext cx="1069586" cy="518182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Rounded Rectangle 119">
              <a:extLst>
                <a:ext uri="{FF2B5EF4-FFF2-40B4-BE49-F238E27FC236}">
                  <a16:creationId xmlns:a16="http://schemas.microsoft.com/office/drawing/2014/main" id="{7C4D1C7F-8868-F223-50A8-95A49E5AE89E}"/>
                </a:ext>
              </a:extLst>
            </p:cNvPr>
            <p:cNvSpPr/>
            <p:nvPr/>
          </p:nvSpPr>
          <p:spPr>
            <a:xfrm>
              <a:off x="10914403" y="2950946"/>
              <a:ext cx="1069586" cy="518182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Rounded Rectangle 120">
              <a:extLst>
                <a:ext uri="{FF2B5EF4-FFF2-40B4-BE49-F238E27FC236}">
                  <a16:creationId xmlns:a16="http://schemas.microsoft.com/office/drawing/2014/main" id="{1B02A1E0-87F7-1E1E-FD3E-9D74D9BEFF4D}"/>
                </a:ext>
              </a:extLst>
            </p:cNvPr>
            <p:cNvSpPr/>
            <p:nvPr/>
          </p:nvSpPr>
          <p:spPr>
            <a:xfrm>
              <a:off x="10914403" y="3492770"/>
              <a:ext cx="1069586" cy="518182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Rounded Rectangle 121">
              <a:extLst>
                <a:ext uri="{FF2B5EF4-FFF2-40B4-BE49-F238E27FC236}">
                  <a16:creationId xmlns:a16="http://schemas.microsoft.com/office/drawing/2014/main" id="{70018299-5616-33F4-9E55-54226F514439}"/>
                </a:ext>
              </a:extLst>
            </p:cNvPr>
            <p:cNvSpPr/>
            <p:nvPr/>
          </p:nvSpPr>
          <p:spPr>
            <a:xfrm>
              <a:off x="10914403" y="4034594"/>
              <a:ext cx="1069586" cy="334608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Rounded Rectangle 122">
              <a:extLst>
                <a:ext uri="{FF2B5EF4-FFF2-40B4-BE49-F238E27FC236}">
                  <a16:creationId xmlns:a16="http://schemas.microsoft.com/office/drawing/2014/main" id="{8B27C4A1-4DD9-2A19-E4B8-70E93E37A801}"/>
                </a:ext>
              </a:extLst>
            </p:cNvPr>
            <p:cNvSpPr/>
            <p:nvPr/>
          </p:nvSpPr>
          <p:spPr>
            <a:xfrm>
              <a:off x="10914403" y="4392844"/>
              <a:ext cx="1069586" cy="508352"/>
            </a:xfrm>
            <a:prstGeom prst="roundRect">
              <a:avLst>
                <a:gd name="adj" fmla="val 1494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A04776C7-B9F6-B85C-BA59-F3F82CE1CD3B}"/>
                </a:ext>
              </a:extLst>
            </p:cNvPr>
            <p:cNvSpPr txBox="1"/>
            <p:nvPr/>
          </p:nvSpPr>
          <p:spPr>
            <a:xfrm>
              <a:off x="10937636" y="1590071"/>
              <a:ext cx="1023120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Guards and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governance 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C9503917-CA3A-0021-64ED-B79EFF3E9F6D}"/>
                </a:ext>
              </a:extLst>
            </p:cNvPr>
            <p:cNvSpPr txBox="1"/>
            <p:nvPr/>
          </p:nvSpPr>
          <p:spPr>
            <a:xfrm>
              <a:off x="10937636" y="2084807"/>
              <a:ext cx="1023120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RBAC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0E91237-F1CF-7651-861C-B0DF7A5BA5C2}"/>
                </a:ext>
              </a:extLst>
            </p:cNvPr>
            <p:cNvSpPr txBox="1"/>
            <p:nvPr/>
          </p:nvSpPr>
          <p:spPr>
            <a:xfrm>
              <a:off x="10843642" y="2473550"/>
              <a:ext cx="12722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Authorization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and authentication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049276E-C511-4DF6-9B1A-F67767D7C512}"/>
                </a:ext>
              </a:extLst>
            </p:cNvPr>
            <p:cNvSpPr txBox="1"/>
            <p:nvPr/>
          </p:nvSpPr>
          <p:spPr>
            <a:xfrm>
              <a:off x="11059215" y="3025688"/>
              <a:ext cx="769903" cy="3693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Prompt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Guards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FC4BF45-5771-72DA-1A1E-5F33E1235A38}"/>
                </a:ext>
              </a:extLst>
            </p:cNvPr>
            <p:cNvSpPr txBox="1"/>
            <p:nvPr/>
          </p:nvSpPr>
          <p:spPr>
            <a:xfrm>
              <a:off x="10970125" y="3502854"/>
              <a:ext cx="948084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LLM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Deployment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agent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9B75CB5-17D6-3F03-CEE1-D03341116349}"/>
                </a:ext>
              </a:extLst>
            </p:cNvPr>
            <p:cNvSpPr txBox="1"/>
            <p:nvPr/>
          </p:nvSpPr>
          <p:spPr>
            <a:xfrm>
              <a:off x="10975154" y="4074787"/>
              <a:ext cx="948084" cy="2308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Audit logs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8A71EFD-B807-0E84-DA78-F1E81F7F33BA}"/>
                </a:ext>
              </a:extLst>
            </p:cNvPr>
            <p:cNvSpPr txBox="1"/>
            <p:nvPr/>
          </p:nvSpPr>
          <p:spPr>
            <a:xfrm>
              <a:off x="10975154" y="4482262"/>
              <a:ext cx="9480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finetuning</a:t>
              </a: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CEB87321-5234-FB99-D1F0-77F2279CF5CA}"/>
              </a:ext>
            </a:extLst>
          </p:cNvPr>
          <p:cNvSpPr txBox="1"/>
          <p:nvPr/>
        </p:nvSpPr>
        <p:spPr>
          <a:xfrm>
            <a:off x="226446" y="3087728"/>
            <a:ext cx="333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ZenseAI</a:t>
            </a:r>
          </a:p>
        </p:txBody>
      </p:sp>
    </p:spTree>
    <p:extLst>
      <p:ext uri="{BB962C8B-B14F-4D97-AF65-F5344CB8AC3E}">
        <p14:creationId xmlns:p14="http://schemas.microsoft.com/office/powerpoint/2010/main" val="193023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549E-0DD6-2723-1D2E-7CE81D63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0E50940-A12C-C38B-71A1-99048853C136}"/>
              </a:ext>
            </a:extLst>
          </p:cNvPr>
          <p:cNvSpPr/>
          <p:nvPr/>
        </p:nvSpPr>
        <p:spPr>
          <a:xfrm>
            <a:off x="122023" y="180417"/>
            <a:ext cx="8266397" cy="49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GB" sz="2100" b="1" err="1">
                <a:latin typeface="+mj-lt"/>
              </a:rPr>
              <a:t>ZenseAI.Data</a:t>
            </a:r>
            <a:r>
              <a:rPr lang="en-GB" sz="2100" b="1">
                <a:latin typeface="+mj-lt"/>
              </a:rPr>
              <a:t> to automate and optimize Data Engineering tasks</a:t>
            </a:r>
            <a:endParaRPr lang="en-US" sz="2100">
              <a:latin typeface="+mj-l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E14E50-280F-2911-4212-AF8786C4AC85}"/>
              </a:ext>
            </a:extLst>
          </p:cNvPr>
          <p:cNvSpPr/>
          <p:nvPr/>
        </p:nvSpPr>
        <p:spPr>
          <a:xfrm rot="16200000">
            <a:off x="3002668" y="-2331335"/>
            <a:ext cx="6186666" cy="121919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86000">
                <a:schemeClr val="bg2">
                  <a:lumMod val="75000"/>
                </a:schemeClr>
              </a:gs>
              <a:gs pos="33000">
                <a:schemeClr val="bg2">
                  <a:lumMod val="5000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B0D1FB-E8A9-4A91-611E-60DC8ABC1388}"/>
              </a:ext>
            </a:extLst>
          </p:cNvPr>
          <p:cNvSpPr txBox="1"/>
          <p:nvPr/>
        </p:nvSpPr>
        <p:spPr>
          <a:xfrm>
            <a:off x="5657256" y="2685607"/>
            <a:ext cx="1104489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Narrative Insights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456AC4-EAD0-4D2B-F651-535466AB92C2}"/>
              </a:ext>
            </a:extLst>
          </p:cNvPr>
          <p:cNvSpPr txBox="1"/>
          <p:nvPr/>
        </p:nvSpPr>
        <p:spPr>
          <a:xfrm>
            <a:off x="4481997" y="3691233"/>
            <a:ext cx="1052788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Reporting Hub IQ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FB54B3-7E36-E461-7235-D6594781D4FB}"/>
              </a:ext>
            </a:extLst>
          </p:cNvPr>
          <p:cNvSpPr txBox="1"/>
          <p:nvPr/>
        </p:nvSpPr>
        <p:spPr>
          <a:xfrm>
            <a:off x="5673902" y="3196685"/>
            <a:ext cx="1223351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Report Migrator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9A5241-285B-F8A1-0A88-7C509BBBD321}"/>
              </a:ext>
            </a:extLst>
          </p:cNvPr>
          <p:cNvSpPr txBox="1"/>
          <p:nvPr/>
        </p:nvSpPr>
        <p:spPr>
          <a:xfrm>
            <a:off x="4507565" y="3180155"/>
            <a:ext cx="105381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Report Usage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D1E685-8420-80B8-C4F8-21F240726F4A}"/>
              </a:ext>
            </a:extLst>
          </p:cNvPr>
          <p:cNvSpPr txBox="1"/>
          <p:nvPr/>
        </p:nvSpPr>
        <p:spPr>
          <a:xfrm>
            <a:off x="4487322" y="2690573"/>
            <a:ext cx="88185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Auto Data Visualizer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C8441D-41B6-F8F9-F205-D4340F429162}"/>
              </a:ext>
            </a:extLst>
          </p:cNvPr>
          <p:cNvSpPr txBox="1"/>
          <p:nvPr/>
        </p:nvSpPr>
        <p:spPr>
          <a:xfrm>
            <a:off x="4420561" y="1872031"/>
            <a:ext cx="2365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AI-Infused Data Insights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83365D-97B2-D83C-7280-F68917244C41}"/>
              </a:ext>
            </a:extLst>
          </p:cNvPr>
          <p:cNvSpPr txBox="1"/>
          <p:nvPr/>
        </p:nvSpPr>
        <p:spPr>
          <a:xfrm>
            <a:off x="185027" y="2665765"/>
            <a:ext cx="1284797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Pipelines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B41E522-A6C3-0912-C8E0-5F495A8043A6}"/>
              </a:ext>
            </a:extLst>
          </p:cNvPr>
          <p:cNvSpPr txBox="1"/>
          <p:nvPr/>
        </p:nvSpPr>
        <p:spPr>
          <a:xfrm>
            <a:off x="185026" y="3180155"/>
            <a:ext cx="1120205" cy="2769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Mask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9A8C11-9BA0-F5E8-31F2-3477E60047A2}"/>
              </a:ext>
            </a:extLst>
          </p:cNvPr>
          <p:cNvSpPr txBox="1"/>
          <p:nvPr/>
        </p:nvSpPr>
        <p:spPr>
          <a:xfrm>
            <a:off x="1515646" y="2665765"/>
            <a:ext cx="1088937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Metadata Sentinel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DAF9F3-379A-BA98-CD13-C142435F299C}"/>
              </a:ext>
            </a:extLst>
          </p:cNvPr>
          <p:cNvSpPr txBox="1"/>
          <p:nvPr/>
        </p:nvSpPr>
        <p:spPr>
          <a:xfrm>
            <a:off x="1513531" y="3180155"/>
            <a:ext cx="1032949" cy="2769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DQ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BD8062-CAEF-70E7-5398-E7219190C2E5}"/>
              </a:ext>
            </a:extLst>
          </p:cNvPr>
          <p:cNvSpPr txBox="1"/>
          <p:nvPr/>
        </p:nvSpPr>
        <p:spPr>
          <a:xfrm>
            <a:off x="2676431" y="2665765"/>
            <a:ext cx="129600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Pipeline Validator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F20261-2743-99F1-F601-21E412082BC2}"/>
              </a:ext>
            </a:extLst>
          </p:cNvPr>
          <p:cNvSpPr txBox="1"/>
          <p:nvPr/>
        </p:nvSpPr>
        <p:spPr>
          <a:xfrm>
            <a:off x="2676431" y="3180155"/>
            <a:ext cx="1296000" cy="2769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Model IQ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31C3B99-EA36-BF65-D0C7-D6883189D7BE}"/>
              </a:ext>
            </a:extLst>
          </p:cNvPr>
          <p:cNvSpPr txBox="1"/>
          <p:nvPr/>
        </p:nvSpPr>
        <p:spPr>
          <a:xfrm>
            <a:off x="1513531" y="3691233"/>
            <a:ext cx="865743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Archive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3713D8-C378-215B-0482-022C03C969FD}"/>
              </a:ext>
            </a:extLst>
          </p:cNvPr>
          <p:cNvSpPr txBox="1"/>
          <p:nvPr/>
        </p:nvSpPr>
        <p:spPr>
          <a:xfrm>
            <a:off x="170180" y="3665469"/>
            <a:ext cx="1154745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History Flow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BD51041-81D4-A4A6-3C9E-A6A9880E0FFB}"/>
              </a:ext>
            </a:extLst>
          </p:cNvPr>
          <p:cNvSpPr txBox="1"/>
          <p:nvPr/>
        </p:nvSpPr>
        <p:spPr>
          <a:xfrm>
            <a:off x="2676431" y="3691233"/>
            <a:ext cx="1296000" cy="276999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Profiler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248CD4-894B-DD35-6A91-B06DD01BF763}"/>
              </a:ext>
            </a:extLst>
          </p:cNvPr>
          <p:cNvSpPr txBox="1"/>
          <p:nvPr/>
        </p:nvSpPr>
        <p:spPr>
          <a:xfrm>
            <a:off x="1513531" y="4208935"/>
            <a:ext cx="1024782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Secure IQ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BC10D5-AA58-1F39-E22C-D399D1A6DF38}"/>
              </a:ext>
            </a:extLst>
          </p:cNvPr>
          <p:cNvSpPr txBox="1"/>
          <p:nvPr/>
        </p:nvSpPr>
        <p:spPr>
          <a:xfrm>
            <a:off x="492216" y="1852721"/>
            <a:ext cx="29554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AI-Infused Data Engineering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1D6827-3FE7-D7E5-35D6-9E268756E63F}"/>
              </a:ext>
            </a:extLst>
          </p:cNvPr>
          <p:cNvSpPr txBox="1"/>
          <p:nvPr/>
        </p:nvSpPr>
        <p:spPr>
          <a:xfrm>
            <a:off x="7227297" y="4208935"/>
            <a:ext cx="119480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Lineage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BFE374-1786-E04E-6F99-CD74F064117F}"/>
              </a:ext>
            </a:extLst>
          </p:cNvPr>
          <p:cNvSpPr txBox="1"/>
          <p:nvPr/>
        </p:nvSpPr>
        <p:spPr>
          <a:xfrm>
            <a:off x="8445772" y="3691233"/>
            <a:ext cx="119480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Catalog IQ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2D0ABA-F715-5760-A403-5E3D74FB23F3}"/>
              </a:ext>
            </a:extLst>
          </p:cNvPr>
          <p:cNvSpPr txBox="1"/>
          <p:nvPr/>
        </p:nvSpPr>
        <p:spPr>
          <a:xfrm>
            <a:off x="7227297" y="2665765"/>
            <a:ext cx="2194275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AI Metadata Enrichment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BC069A-1D32-5C45-4DEF-81B431A57B73}"/>
              </a:ext>
            </a:extLst>
          </p:cNvPr>
          <p:cNvSpPr txBox="1"/>
          <p:nvPr/>
        </p:nvSpPr>
        <p:spPr>
          <a:xfrm>
            <a:off x="7227297" y="3180155"/>
            <a:ext cx="2384023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Tokenization &amp; Classification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1309FA5-33CE-26AF-4723-4B923408824B}"/>
              </a:ext>
            </a:extLst>
          </p:cNvPr>
          <p:cNvSpPr txBox="1"/>
          <p:nvPr/>
        </p:nvSpPr>
        <p:spPr>
          <a:xfrm>
            <a:off x="7227297" y="3691233"/>
            <a:ext cx="1161123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Security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9E75CE7-2708-6E56-06A4-293DA5211134}"/>
              </a:ext>
            </a:extLst>
          </p:cNvPr>
          <p:cNvSpPr txBox="1"/>
          <p:nvPr/>
        </p:nvSpPr>
        <p:spPr>
          <a:xfrm>
            <a:off x="7180479" y="1872032"/>
            <a:ext cx="2322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AI-Driven Data Governance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C49A1E-B9C9-CA89-9643-CF85799D6EB8}"/>
              </a:ext>
            </a:extLst>
          </p:cNvPr>
          <p:cNvSpPr txBox="1"/>
          <p:nvPr/>
        </p:nvSpPr>
        <p:spPr>
          <a:xfrm>
            <a:off x="8445772" y="4208935"/>
            <a:ext cx="982185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Annotation Agent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1D38D27-B8D9-A755-1197-05E36DAB6828}"/>
              </a:ext>
            </a:extLst>
          </p:cNvPr>
          <p:cNvCxnSpPr>
            <a:cxnSpLocks/>
          </p:cNvCxnSpPr>
          <p:nvPr/>
        </p:nvCxnSpPr>
        <p:spPr>
          <a:xfrm>
            <a:off x="4197167" y="2071388"/>
            <a:ext cx="0" cy="298800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51A91A7-DCBD-7D0F-95F1-DBABFDFFE287}"/>
              </a:ext>
            </a:extLst>
          </p:cNvPr>
          <p:cNvCxnSpPr>
            <a:cxnSpLocks/>
          </p:cNvCxnSpPr>
          <p:nvPr/>
        </p:nvCxnSpPr>
        <p:spPr>
          <a:xfrm>
            <a:off x="7040661" y="2071388"/>
            <a:ext cx="0" cy="298800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7D63B57-0712-72EC-18D2-0A0DE6C35EA6}"/>
              </a:ext>
            </a:extLst>
          </p:cNvPr>
          <p:cNvCxnSpPr>
            <a:cxnSpLocks/>
          </p:cNvCxnSpPr>
          <p:nvPr/>
        </p:nvCxnSpPr>
        <p:spPr>
          <a:xfrm>
            <a:off x="9757155" y="2071388"/>
            <a:ext cx="0" cy="298800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1381246-C357-87BE-AC01-AECF6A35FA69}"/>
              </a:ext>
            </a:extLst>
          </p:cNvPr>
          <p:cNvSpPr txBox="1"/>
          <p:nvPr/>
        </p:nvSpPr>
        <p:spPr>
          <a:xfrm>
            <a:off x="9872000" y="2665765"/>
            <a:ext cx="118800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Smart Ticket Assignment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35BFBF-F215-63BE-834B-56F6CEBC2D17}"/>
              </a:ext>
            </a:extLst>
          </p:cNvPr>
          <p:cNvSpPr txBox="1"/>
          <p:nvPr/>
        </p:nvSpPr>
        <p:spPr>
          <a:xfrm>
            <a:off x="9871999" y="3459330"/>
            <a:ext cx="1351713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Ticket Similarity Engine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DD6975D-1D78-14C7-7A21-047643098B07}"/>
              </a:ext>
            </a:extLst>
          </p:cNvPr>
          <p:cNvSpPr txBox="1"/>
          <p:nvPr/>
        </p:nvSpPr>
        <p:spPr>
          <a:xfrm>
            <a:off x="10689413" y="3799818"/>
            <a:ext cx="118200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Knowledge Management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B4D87B2-8691-513E-0A95-109F35A10F09}"/>
              </a:ext>
            </a:extLst>
          </p:cNvPr>
          <p:cNvSpPr txBox="1"/>
          <p:nvPr/>
        </p:nvSpPr>
        <p:spPr>
          <a:xfrm>
            <a:off x="10689412" y="3038047"/>
            <a:ext cx="119399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Ticket Volume Forecast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968560C-3F30-46AD-933C-65C3D590EAFE}"/>
              </a:ext>
            </a:extLst>
          </p:cNvPr>
          <p:cNvSpPr txBox="1"/>
          <p:nvPr/>
        </p:nvSpPr>
        <p:spPr>
          <a:xfrm>
            <a:off x="9821855" y="1858777"/>
            <a:ext cx="213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AI E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nabled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 Data AMS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66E16CA-9E6E-39D5-7F3B-06994D5FA34C}"/>
              </a:ext>
            </a:extLst>
          </p:cNvPr>
          <p:cNvSpPr txBox="1"/>
          <p:nvPr/>
        </p:nvSpPr>
        <p:spPr>
          <a:xfrm>
            <a:off x="9872000" y="4261661"/>
            <a:ext cx="1188000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SLA Breach Propensity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0524BA8-2348-34D3-C98E-8D2E7811D5E5}"/>
              </a:ext>
            </a:extLst>
          </p:cNvPr>
          <p:cNvSpPr txBox="1"/>
          <p:nvPr/>
        </p:nvSpPr>
        <p:spPr>
          <a:xfrm>
            <a:off x="7227297" y="4723326"/>
            <a:ext cx="2384023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Observability</a:t>
            </a:r>
            <a:endParaRPr kumimoji="0" lang="en-US" sz="1200" b="1" i="0" u="none" strike="noStrike" kern="1200" cap="none" spc="0" normalizeH="0" baseline="30000" noProof="0">
              <a:ln w="0"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ptos" panose="020B00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1FC4A7F-C999-30AC-077C-CF0195DD90CD}"/>
              </a:ext>
            </a:extLst>
          </p:cNvPr>
          <p:cNvCxnSpPr/>
          <p:nvPr/>
        </p:nvCxnSpPr>
        <p:spPr>
          <a:xfrm>
            <a:off x="974813" y="2499052"/>
            <a:ext cx="19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1A84378-44BF-2358-E332-B06BE0C49439}"/>
              </a:ext>
            </a:extLst>
          </p:cNvPr>
          <p:cNvCxnSpPr/>
          <p:nvPr/>
        </p:nvCxnSpPr>
        <p:spPr>
          <a:xfrm>
            <a:off x="4638821" y="2508023"/>
            <a:ext cx="19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59F318D-7A20-04D2-AFBE-07989E15DCB1}"/>
              </a:ext>
            </a:extLst>
          </p:cNvPr>
          <p:cNvCxnSpPr/>
          <p:nvPr/>
        </p:nvCxnSpPr>
        <p:spPr>
          <a:xfrm>
            <a:off x="7403872" y="2508023"/>
            <a:ext cx="19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57B66AF-CC65-EB47-8606-BE8E935FD7EE}"/>
              </a:ext>
            </a:extLst>
          </p:cNvPr>
          <p:cNvCxnSpPr/>
          <p:nvPr/>
        </p:nvCxnSpPr>
        <p:spPr>
          <a:xfrm>
            <a:off x="9928312" y="2499052"/>
            <a:ext cx="19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4A3FB271-AC26-786A-826E-ADE6A91B2260}"/>
              </a:ext>
            </a:extLst>
          </p:cNvPr>
          <p:cNvSpPr txBox="1"/>
          <p:nvPr/>
        </p:nvSpPr>
        <p:spPr>
          <a:xfrm>
            <a:off x="3911611" y="5382664"/>
            <a:ext cx="1149133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AI Data Explorer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735E249-0E56-C2FB-8C72-2C1AA096A1D0}"/>
              </a:ext>
            </a:extLst>
          </p:cNvPr>
          <p:cNvSpPr txBox="1"/>
          <p:nvPr/>
        </p:nvSpPr>
        <p:spPr>
          <a:xfrm>
            <a:off x="9041958" y="5382664"/>
            <a:ext cx="129600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Code Management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28F26FB-C383-D3B1-1684-79D01C74A7D6}"/>
              </a:ext>
            </a:extLst>
          </p:cNvPr>
          <p:cNvSpPr txBox="1"/>
          <p:nvPr/>
        </p:nvSpPr>
        <p:spPr>
          <a:xfrm>
            <a:off x="2021774" y="5382664"/>
            <a:ext cx="1669246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AI Metadata Enrichment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883918-4CF1-81F5-B6E0-1B3359727C27}"/>
              </a:ext>
            </a:extLst>
          </p:cNvPr>
          <p:cNvSpPr txBox="1"/>
          <p:nvPr/>
        </p:nvSpPr>
        <p:spPr>
          <a:xfrm>
            <a:off x="6534876" y="5382664"/>
            <a:ext cx="103295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Knowledge Curation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D8F64F-8211-3FBA-CD81-5F79361E8D80}"/>
              </a:ext>
            </a:extLst>
          </p:cNvPr>
          <p:cNvSpPr txBox="1"/>
          <p:nvPr/>
        </p:nvSpPr>
        <p:spPr>
          <a:xfrm>
            <a:off x="7788417" y="5382664"/>
            <a:ext cx="103295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Tech Modernizer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71C584F-BC31-F377-FB01-3A58265DCD45}"/>
              </a:ext>
            </a:extLst>
          </p:cNvPr>
          <p:cNvSpPr txBox="1"/>
          <p:nvPr/>
        </p:nvSpPr>
        <p:spPr>
          <a:xfrm>
            <a:off x="234783" y="5279961"/>
            <a:ext cx="1567067" cy="646331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Foundation Modules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392A1CD-AAC5-9125-B5F8-DCD2C90299FE}"/>
              </a:ext>
            </a:extLst>
          </p:cNvPr>
          <p:cNvSpPr txBox="1"/>
          <p:nvPr/>
        </p:nvSpPr>
        <p:spPr>
          <a:xfrm>
            <a:off x="5281335" y="5382664"/>
            <a:ext cx="103295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Quality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2323F41-A46D-D9AA-A0C7-6003F9F63416}"/>
              </a:ext>
            </a:extLst>
          </p:cNvPr>
          <p:cNvSpPr/>
          <p:nvPr/>
        </p:nvSpPr>
        <p:spPr>
          <a:xfrm>
            <a:off x="1915304" y="5271022"/>
            <a:ext cx="10033685" cy="6676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81245FB-9187-4533-6064-D44EA5166ABA}"/>
              </a:ext>
            </a:extLst>
          </p:cNvPr>
          <p:cNvSpPr txBox="1"/>
          <p:nvPr/>
        </p:nvSpPr>
        <p:spPr>
          <a:xfrm>
            <a:off x="10558548" y="5382664"/>
            <a:ext cx="129600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Synthetic Data Generator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159404-FD9E-0DB4-5C24-02F0CDA8C52C}"/>
              </a:ext>
            </a:extLst>
          </p:cNvPr>
          <p:cNvSpPr txBox="1"/>
          <p:nvPr/>
        </p:nvSpPr>
        <p:spPr>
          <a:xfrm>
            <a:off x="3823227" y="6143281"/>
            <a:ext cx="1149133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Responsible AI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54B1FAC-2F1B-781C-2789-5B73603C10A4}"/>
              </a:ext>
            </a:extLst>
          </p:cNvPr>
          <p:cNvSpPr txBox="1"/>
          <p:nvPr/>
        </p:nvSpPr>
        <p:spPr>
          <a:xfrm>
            <a:off x="9130340" y="6143281"/>
            <a:ext cx="129600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Agentic Automation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F618325-C38E-C396-00CB-879BB93D30F6}"/>
              </a:ext>
            </a:extLst>
          </p:cNvPr>
          <p:cNvSpPr txBox="1"/>
          <p:nvPr/>
        </p:nvSpPr>
        <p:spPr>
          <a:xfrm>
            <a:off x="2021774" y="6143281"/>
            <a:ext cx="1669246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Data &amp; Analytics Maturity Framework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92E47FF-77FD-EF51-AE64-83E1E5CDF011}"/>
              </a:ext>
            </a:extLst>
          </p:cNvPr>
          <p:cNvSpPr txBox="1"/>
          <p:nvPr/>
        </p:nvSpPr>
        <p:spPr>
          <a:xfrm>
            <a:off x="6490315" y="6143281"/>
            <a:ext cx="103295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Migration Framework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A0B2BAF-6692-B27F-B9DE-8207900F348A}"/>
              </a:ext>
            </a:extLst>
          </p:cNvPr>
          <p:cNvSpPr txBox="1"/>
          <p:nvPr/>
        </p:nvSpPr>
        <p:spPr>
          <a:xfrm>
            <a:off x="7655472" y="6143281"/>
            <a:ext cx="1342661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Cloud Evaluation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038CB65-447E-3AE4-0569-2B1E54BB4FF7}"/>
              </a:ext>
            </a:extLst>
          </p:cNvPr>
          <p:cNvSpPr txBox="1"/>
          <p:nvPr/>
        </p:nvSpPr>
        <p:spPr>
          <a:xfrm>
            <a:off x="5104567" y="6143281"/>
            <a:ext cx="1253541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Report / ETL Rationalization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CB1DF88-58EF-F4C9-3B23-667EAB6BDD74}"/>
              </a:ext>
            </a:extLst>
          </p:cNvPr>
          <p:cNvSpPr/>
          <p:nvPr/>
        </p:nvSpPr>
        <p:spPr>
          <a:xfrm>
            <a:off x="1915304" y="6031639"/>
            <a:ext cx="10033685" cy="66762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7C75FB-5AAB-0C67-9AA9-81D5A66E206E}"/>
              </a:ext>
            </a:extLst>
          </p:cNvPr>
          <p:cNvSpPr txBox="1"/>
          <p:nvPr/>
        </p:nvSpPr>
        <p:spPr>
          <a:xfrm>
            <a:off x="10558548" y="6143281"/>
            <a:ext cx="1296000" cy="46166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u="none" strike="noStrike" normalizeH="0" baseline="0">
                <a:ln w="0">
                  <a:noFill/>
                </a:ln>
                <a:solidFill>
                  <a:schemeClr val="tx2">
                    <a:lumMod val="90000"/>
                    <a:lumOff val="1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 w="0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Arial" panose="020B0604020202020204" pitchFamily="34" charset="0"/>
              </a:rPr>
              <a:t>Cloud Modernization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E1ADE2F-8FA1-A1F8-BC75-6B2D703D40CB}"/>
              </a:ext>
            </a:extLst>
          </p:cNvPr>
          <p:cNvSpPr/>
          <p:nvPr/>
        </p:nvSpPr>
        <p:spPr>
          <a:xfrm>
            <a:off x="234783" y="6027628"/>
            <a:ext cx="1567067" cy="658938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Frameworks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F9876-F424-72AD-1303-E82597D23B04}"/>
              </a:ext>
            </a:extLst>
          </p:cNvPr>
          <p:cNvSpPr/>
          <p:nvPr/>
        </p:nvSpPr>
        <p:spPr>
          <a:xfrm>
            <a:off x="5480628" y="868006"/>
            <a:ext cx="1297759" cy="99473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AI@Core</a:t>
            </a:r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E16CB1-6BF5-6703-D3B0-E1A75C9C8A0F}"/>
              </a:ext>
            </a:extLst>
          </p:cNvPr>
          <p:cNvSpPr/>
          <p:nvPr/>
        </p:nvSpPr>
        <p:spPr>
          <a:xfrm>
            <a:off x="3852324" y="878821"/>
            <a:ext cx="1297759" cy="99473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Unified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EA672-589C-04F9-4F36-385C42180412}"/>
              </a:ext>
            </a:extLst>
          </p:cNvPr>
          <p:cNvSpPr/>
          <p:nvPr/>
        </p:nvSpPr>
        <p:spPr>
          <a:xfrm>
            <a:off x="7026675" y="986044"/>
            <a:ext cx="1297759" cy="99473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Operations</a:t>
            </a:r>
          </a:p>
        </p:txBody>
      </p:sp>
      <p:pic>
        <p:nvPicPr>
          <p:cNvPr id="10" name="Graphic 9" descr="Circular flowchart with solid fill">
            <a:extLst>
              <a:ext uri="{FF2B5EF4-FFF2-40B4-BE49-F238E27FC236}">
                <a16:creationId xmlns:a16="http://schemas.microsoft.com/office/drawing/2014/main" id="{CB451247-14C2-8AC5-8B98-8BEDA6579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0548" y="724855"/>
            <a:ext cx="457200" cy="457200"/>
          </a:xfrm>
          <a:prstGeom prst="rect">
            <a:avLst/>
          </a:prstGeom>
        </p:spPr>
      </p:pic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38C7A61B-96E5-2D36-77F1-4A398E66F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3608" y="773656"/>
            <a:ext cx="457200" cy="457200"/>
          </a:xfrm>
          <a:prstGeom prst="rect">
            <a:avLst/>
          </a:prstGeom>
        </p:spPr>
      </p:pic>
      <p:pic>
        <p:nvPicPr>
          <p:cNvPr id="14" name="Graphic 13" descr="Artificial Intelligence with solid fill">
            <a:extLst>
              <a:ext uri="{FF2B5EF4-FFF2-40B4-BE49-F238E27FC236}">
                <a16:creationId xmlns:a16="http://schemas.microsoft.com/office/drawing/2014/main" id="{7B9B231A-AEAA-9433-8CAF-9BE38BFBA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0908" y="753763"/>
            <a:ext cx="457200" cy="457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561E68-F5C2-8637-E5A1-AFCBA6F4D5EA}"/>
              </a:ext>
            </a:extLst>
          </p:cNvPr>
          <p:cNvSpPr/>
          <p:nvPr/>
        </p:nvSpPr>
        <p:spPr>
          <a:xfrm>
            <a:off x="3852324" y="724855"/>
            <a:ext cx="4411143" cy="999774"/>
          </a:xfrm>
          <a:prstGeom prst="rect">
            <a:avLst/>
          </a:prstGeom>
          <a:solidFill>
            <a:schemeClr val="bg1">
              <a:alpha val="29000"/>
            </a:schemeClr>
          </a:solidFill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F5E18-FBF2-711E-30A1-AE5A262F0C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12" y="726850"/>
            <a:ext cx="1004224" cy="3722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053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4B11-6AA7-A485-C26B-45494C17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1A1C1A-6A4A-9A8A-7811-836B8D49A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77" y="57421"/>
            <a:ext cx="6098494" cy="61997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sz="3200" b="1">
                <a:latin typeface="Arial"/>
                <a:cs typeface="Arial"/>
              </a:rPr>
              <a:t>Business value for clients</a:t>
            </a:r>
            <a:endParaRPr lang="en-US" b="1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B9480E-BB74-2420-C276-92B35C6BEDF2}"/>
              </a:ext>
            </a:extLst>
          </p:cNvPr>
          <p:cNvSpPr/>
          <p:nvPr/>
        </p:nvSpPr>
        <p:spPr>
          <a:xfrm>
            <a:off x="6464779" y="1116022"/>
            <a:ext cx="5269579" cy="6241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accent3"/>
            </a:solidFill>
          </a:ln>
          <a:effectLst>
            <a:outerShdw blurRad="101600" dist="114300" dir="3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B8E7818-D259-8D7D-F353-0B9562AC83B3}"/>
              </a:ext>
            </a:extLst>
          </p:cNvPr>
          <p:cNvSpPr/>
          <p:nvPr/>
        </p:nvSpPr>
        <p:spPr>
          <a:xfrm>
            <a:off x="4518786" y="3038256"/>
            <a:ext cx="1367461" cy="812800"/>
          </a:xfrm>
          <a:prstGeom prst="rightArrow">
            <a:avLst/>
          </a:prstGeom>
          <a:solidFill>
            <a:schemeClr val="bg2">
              <a:lumMod val="40000"/>
              <a:lumOff val="60000"/>
              <a:alpha val="72000"/>
            </a:schemeClr>
          </a:solidFill>
          <a:ln w="6350">
            <a:solidFill>
              <a:schemeClr val="accent3"/>
            </a:solidFill>
          </a:ln>
          <a:effectLst>
            <a:outerShdw blurRad="114300" dist="114300" dir="3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999035-6E9A-2D4C-6A72-1CFDF7228993}"/>
              </a:ext>
            </a:extLst>
          </p:cNvPr>
          <p:cNvSpPr/>
          <p:nvPr/>
        </p:nvSpPr>
        <p:spPr>
          <a:xfrm>
            <a:off x="6464779" y="2414141"/>
            <a:ext cx="5269579" cy="6241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accent3"/>
            </a:solidFill>
          </a:ln>
          <a:effectLst>
            <a:outerShdw blurRad="101600" dist="114300" dir="3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2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13A101-5AFF-7291-8119-323084279E51}"/>
              </a:ext>
            </a:extLst>
          </p:cNvPr>
          <p:cNvSpPr/>
          <p:nvPr/>
        </p:nvSpPr>
        <p:spPr>
          <a:xfrm>
            <a:off x="6464779" y="3781658"/>
            <a:ext cx="5269579" cy="6241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accent3"/>
            </a:solidFill>
          </a:ln>
          <a:effectLst>
            <a:outerShdw blurRad="101600" dist="114300" dir="3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3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C7DA99-9F0B-C599-5DD2-8C195BFDB678}"/>
              </a:ext>
            </a:extLst>
          </p:cNvPr>
          <p:cNvSpPr/>
          <p:nvPr/>
        </p:nvSpPr>
        <p:spPr>
          <a:xfrm>
            <a:off x="6464779" y="5079777"/>
            <a:ext cx="5269579" cy="62411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 w="6350">
            <a:solidFill>
              <a:schemeClr val="accent3"/>
            </a:solidFill>
          </a:ln>
          <a:effectLst>
            <a:outerShdw blurRad="101600" dist="114300" dir="30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 4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97FF161-BCAB-3F28-87D1-73C7C8D44EAA}"/>
              </a:ext>
            </a:extLst>
          </p:cNvPr>
          <p:cNvSpPr txBox="1">
            <a:spLocks/>
          </p:cNvSpPr>
          <p:nvPr/>
        </p:nvSpPr>
        <p:spPr>
          <a:xfrm>
            <a:off x="83815" y="2126470"/>
            <a:ext cx="4108765" cy="2621994"/>
          </a:xfrm>
          <a:prstGeom prst="rect">
            <a:avLst/>
          </a:prstGeom>
        </p:spPr>
        <p:txBody>
          <a:bodyPr lIns="91440" tIns="45720" rIns="91440" bIns="45720" anchor="ctr"/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  <a:defRPr/>
            </a:pPr>
            <a:r>
              <a:rPr lang="en-US" b="1" dirty="0">
                <a:effectLst>
                  <a:outerShdw blurRad="101600" dist="50800" dir="3000000" algn="ctr" rotWithShape="0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Intelligent Operations</a:t>
            </a:r>
            <a:endParaRPr lang="en-US" dirty="0">
              <a:effectLst>
                <a:outerShdw blurRad="101600" dist="50800" dir="3000000" algn="ctr" rotWithShape="0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75565" indent="0" algn="ctr">
              <a:buNone/>
              <a:defRPr/>
            </a:pPr>
            <a:r>
              <a:rPr lang="en-US" b="1" dirty="0">
                <a:effectLst>
                  <a:outerShdw blurRad="101600" dist="50800" dir="3000000" algn="ctr" rotWithShape="0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+</a:t>
            </a:r>
          </a:p>
          <a:p>
            <a:pPr marL="75565" indent="0" algn="ctr">
              <a:buNone/>
              <a:defRPr/>
            </a:pPr>
            <a:r>
              <a:rPr lang="en-US" b="1" dirty="0">
                <a:effectLst>
                  <a:outerShdw blurRad="101600" dist="50800" dir="3000000" algn="ctr" rotWithShape="0">
                    <a:srgbClr val="000000">
                      <a:alpha val="43137"/>
                    </a:srgbClr>
                  </a:outerShdw>
                </a:effectLst>
                <a:latin typeface="Arial"/>
              </a:rPr>
              <a:t>Artificial Intelligence </a:t>
            </a:r>
            <a:endParaRPr lang="en-US" dirty="0">
              <a:cs typeface="Arial"/>
            </a:endParaRPr>
          </a:p>
          <a:p>
            <a:pPr marL="7556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101600" dist="50800" dir="3000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rPr>
              <a:t>+ </a:t>
            </a:r>
            <a:endParaRPr lang="en-US" sz="2800" b="1" i="0" u="none" strike="noStrike" kern="1200" cap="none" spc="0" normalizeH="0" baseline="0" noProof="0" dirty="0">
              <a:ln>
                <a:noFill/>
              </a:ln>
              <a:effectLst>
                <a:outerShdw blurRad="101600" dist="50800" dir="3000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</a:endParaRPr>
          </a:p>
          <a:p>
            <a:pPr marL="7556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101600" dist="50800" dir="3000000" algn="ctr" rotWithShape="0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rPr>
              <a:t>Unified Data </a:t>
            </a:r>
            <a:endParaRPr lang="en-US" sz="2800" b="1" i="0" u="none" strike="noStrike" kern="1200" cap="none" spc="0" normalizeH="0" baseline="0" noProof="0" dirty="0">
              <a:ln>
                <a:noFill/>
              </a:ln>
              <a:effectLst>
                <a:outerShdw blurRad="101600" dist="50800" dir="3000000" algn="ctr" rotWithShape="0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148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3C4F6F-B4A4-1A47-30BB-FA33137A8382}"/>
              </a:ext>
            </a:extLst>
          </p:cNvPr>
          <p:cNvSpPr txBox="1"/>
          <p:nvPr/>
        </p:nvSpPr>
        <p:spPr>
          <a:xfrm>
            <a:off x="2514600" y="2688771"/>
            <a:ext cx="71192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Success Stories</a:t>
            </a:r>
          </a:p>
        </p:txBody>
      </p:sp>
    </p:spTree>
    <p:extLst>
      <p:ext uri="{BB962C8B-B14F-4D97-AF65-F5344CB8AC3E}">
        <p14:creationId xmlns:p14="http://schemas.microsoft.com/office/powerpoint/2010/main" val="354070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AAD1-8674-8774-B55B-A581CD211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8BD049-31E6-510B-125C-FA916868EC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505" y="178993"/>
            <a:ext cx="6376053" cy="482724"/>
          </a:xfrm>
        </p:spPr>
        <p:txBody>
          <a:bodyPr lIns="91440" tIns="45720" rIns="91440" bIns="45720" anchor="ctr"/>
          <a:lstStyle/>
          <a:p>
            <a:pPr>
              <a:spcBef>
                <a:spcPts val="100"/>
              </a:spcBef>
              <a:buSzPts val="1100"/>
              <a:tabLst>
                <a:tab pos="979170" algn="l"/>
                <a:tab pos="979805" algn="l"/>
              </a:tabLst>
              <a:defRPr/>
            </a:pPr>
            <a:r>
              <a:rPr lang="en-US" b="1">
                <a:latin typeface="Arial"/>
                <a:cs typeface="Arial"/>
              </a:rPr>
              <a:t>Value delivered to clients globally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A5FCD-A327-ED14-FA58-7A08CF0A12A7}"/>
              </a:ext>
            </a:extLst>
          </p:cNvPr>
          <p:cNvSpPr txBox="1"/>
          <p:nvPr/>
        </p:nvSpPr>
        <p:spPr>
          <a:xfrm>
            <a:off x="290696" y="2865583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 1</a:t>
            </a:r>
            <a:endParaRPr lang="en-IN" sz="14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hlinkClick r:id="" action="ppaction://noaction"/>
            <a:extLst>
              <a:ext uri="{FF2B5EF4-FFF2-40B4-BE49-F238E27FC236}">
                <a16:creationId xmlns:a16="http://schemas.microsoft.com/office/drawing/2014/main" id="{44B113B5-64F3-0CCA-AC9B-0334BA7DD9AB}"/>
              </a:ext>
            </a:extLst>
          </p:cNvPr>
          <p:cNvSpPr txBox="1"/>
          <p:nvPr/>
        </p:nvSpPr>
        <p:spPr>
          <a:xfrm>
            <a:off x="290695" y="2300509"/>
            <a:ext cx="2752627" cy="276999"/>
          </a:xfrm>
          <a:prstGeom prst="rect">
            <a:avLst/>
          </a:prstGeom>
          <a:solidFill>
            <a:srgbClr val="0A1D5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1</a:t>
            </a:r>
            <a:endParaRPr lang="en-I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hlinkClick r:id="" action="ppaction://noaction"/>
            <a:extLst>
              <a:ext uri="{FF2B5EF4-FFF2-40B4-BE49-F238E27FC236}">
                <a16:creationId xmlns:a16="http://schemas.microsoft.com/office/drawing/2014/main" id="{6E9C3517-699E-B429-03ED-DDD386D09B12}"/>
              </a:ext>
            </a:extLst>
          </p:cNvPr>
          <p:cNvSpPr txBox="1"/>
          <p:nvPr/>
        </p:nvSpPr>
        <p:spPr>
          <a:xfrm>
            <a:off x="3262953" y="4234285"/>
            <a:ext cx="2734974" cy="276999"/>
          </a:xfrm>
          <a:prstGeom prst="rect">
            <a:avLst/>
          </a:prstGeom>
          <a:solidFill>
            <a:srgbClr val="0A1D5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2</a:t>
            </a:r>
            <a:endParaRPr lang="en-I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 descr="A guide to operational excellence (OPEX)">
            <a:extLst>
              <a:ext uri="{FF2B5EF4-FFF2-40B4-BE49-F238E27FC236}">
                <a16:creationId xmlns:a16="http://schemas.microsoft.com/office/drawing/2014/main" id="{E4B7C00B-493E-FAAC-B90E-9E3502616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358" y="790142"/>
            <a:ext cx="2733831" cy="133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hlinkClick r:id="" action="ppaction://noaction"/>
            <a:extLst>
              <a:ext uri="{FF2B5EF4-FFF2-40B4-BE49-F238E27FC236}">
                <a16:creationId xmlns:a16="http://schemas.microsoft.com/office/drawing/2014/main" id="{0F07E7EF-D3D3-9F9B-A344-8A0A26E074A7}"/>
              </a:ext>
            </a:extLst>
          </p:cNvPr>
          <p:cNvSpPr txBox="1"/>
          <p:nvPr/>
        </p:nvSpPr>
        <p:spPr>
          <a:xfrm>
            <a:off x="6207673" y="2174709"/>
            <a:ext cx="2738516" cy="276999"/>
          </a:xfrm>
          <a:prstGeom prst="rect">
            <a:avLst/>
          </a:prstGeom>
          <a:solidFill>
            <a:srgbClr val="0A1D5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3</a:t>
            </a:r>
            <a:endParaRPr lang="en-I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hlinkClick r:id="" action="ppaction://noaction"/>
            <a:extLst>
              <a:ext uri="{FF2B5EF4-FFF2-40B4-BE49-F238E27FC236}">
                <a16:creationId xmlns:a16="http://schemas.microsoft.com/office/drawing/2014/main" id="{2ED030BC-773A-CC32-32D5-E8653CAE1CB9}"/>
              </a:ext>
            </a:extLst>
          </p:cNvPr>
          <p:cNvSpPr txBox="1"/>
          <p:nvPr/>
        </p:nvSpPr>
        <p:spPr>
          <a:xfrm>
            <a:off x="9169586" y="4122209"/>
            <a:ext cx="2803308" cy="276999"/>
          </a:xfrm>
          <a:prstGeom prst="rect">
            <a:avLst/>
          </a:prstGeom>
          <a:solidFill>
            <a:srgbClr val="0A1D5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4</a:t>
            </a:r>
            <a:endParaRPr lang="en-IN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B846C-90C2-434D-444B-0CB60A2A8E2F}"/>
              </a:ext>
            </a:extLst>
          </p:cNvPr>
          <p:cNvSpPr txBox="1"/>
          <p:nvPr/>
        </p:nvSpPr>
        <p:spPr>
          <a:xfrm>
            <a:off x="3187410" y="661717"/>
            <a:ext cx="2882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 2</a:t>
            </a:r>
            <a:endParaRPr lang="en-IN" sz="14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73E8DA-68DA-4370-2F8A-FE2A67CAC4A6}"/>
              </a:ext>
            </a:extLst>
          </p:cNvPr>
          <p:cNvSpPr txBox="1"/>
          <p:nvPr/>
        </p:nvSpPr>
        <p:spPr>
          <a:xfrm>
            <a:off x="6170801" y="2674215"/>
            <a:ext cx="28033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 Story 3</a:t>
            </a:r>
            <a:endParaRPr lang="en-IN" sz="14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D10A56-107E-D17B-266F-C9822B8B69EA}"/>
              </a:ext>
            </a:extLst>
          </p:cNvPr>
          <p:cNvSpPr txBox="1"/>
          <p:nvPr/>
        </p:nvSpPr>
        <p:spPr>
          <a:xfrm>
            <a:off x="9166330" y="676568"/>
            <a:ext cx="273497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/>
                <a:cs typeface="Arial"/>
              </a:rPr>
              <a:t>Success Story 4</a:t>
            </a:r>
            <a:endParaRPr lang="en-IN" sz="1400" dirty="0">
              <a:solidFill>
                <a:schemeClr val="tx2">
                  <a:lumMod val="90000"/>
                  <a:lumOff val="1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026" name="Picture 2" descr="What is Data ? A Clear and Simple ...">
            <a:extLst>
              <a:ext uri="{FF2B5EF4-FFF2-40B4-BE49-F238E27FC236}">
                <a16:creationId xmlns:a16="http://schemas.microsoft.com/office/drawing/2014/main" id="{54BD64E4-A404-E145-1233-987C3AA8A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953" y="4739011"/>
            <a:ext cx="2734973" cy="178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9CA60F-6FA7-C44F-31C3-24365CF7B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9" y="609996"/>
            <a:ext cx="2484669" cy="16564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C8B04D-DE5C-07DE-A80E-2352BB3167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586" y="4625563"/>
            <a:ext cx="2803308" cy="186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7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9C521-7CD5-BC5A-DB23-F7493401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2C08C0-B005-9CA3-3E37-8D46297451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5912" y="135356"/>
            <a:ext cx="8591010" cy="49604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sz="3200" b="1">
                <a:latin typeface="Arial"/>
                <a:cs typeface="Arial"/>
              </a:rPr>
              <a:t>Zensar Capabilities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3B286-D8A4-6E68-626E-14953A34BDC9}"/>
              </a:ext>
            </a:extLst>
          </p:cNvPr>
          <p:cNvSpPr txBox="1"/>
          <p:nvPr/>
        </p:nvSpPr>
        <p:spPr>
          <a:xfrm>
            <a:off x="4204277" y="790965"/>
            <a:ext cx="1090664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2500+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50B8E189-C419-7949-EEA4-12F9E28BBBAC}"/>
              </a:ext>
            </a:extLst>
          </p:cNvPr>
          <p:cNvSpPr txBox="1"/>
          <p:nvPr/>
        </p:nvSpPr>
        <p:spPr>
          <a:xfrm>
            <a:off x="4212258" y="1127351"/>
            <a:ext cx="15120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Experience, Digital, and Data Associates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98AA1087-9AD3-2C02-02B5-FCA0A37A3E64}"/>
              </a:ext>
            </a:extLst>
          </p:cNvPr>
          <p:cNvSpPr txBox="1"/>
          <p:nvPr/>
        </p:nvSpPr>
        <p:spPr>
          <a:xfrm>
            <a:off x="7310010" y="819838"/>
            <a:ext cx="801435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50%+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F347D4AF-667D-1E3A-82E8-6D844B5A4A5C}"/>
              </a:ext>
            </a:extLst>
          </p:cNvPr>
          <p:cNvSpPr txBox="1"/>
          <p:nvPr/>
        </p:nvSpPr>
        <p:spPr>
          <a:xfrm>
            <a:off x="7295937" y="1113741"/>
            <a:ext cx="13857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Delivering Solutions through AI-infusion</a:t>
            </a:r>
          </a:p>
        </p:txBody>
      </p:sp>
      <p:sp>
        <p:nvSpPr>
          <p:cNvPr id="26" name="Graphic 28">
            <a:extLst>
              <a:ext uri="{FF2B5EF4-FFF2-40B4-BE49-F238E27FC236}">
                <a16:creationId xmlns:a16="http://schemas.microsoft.com/office/drawing/2014/main" id="{7194FABE-ED0C-D4E9-F337-F821BDC76E3D}"/>
              </a:ext>
            </a:extLst>
          </p:cNvPr>
          <p:cNvSpPr/>
          <p:nvPr/>
        </p:nvSpPr>
        <p:spPr>
          <a:xfrm rot="5400000" flipH="1">
            <a:off x="3554442" y="1013511"/>
            <a:ext cx="283245" cy="594605"/>
          </a:xfrm>
          <a:custGeom>
            <a:avLst/>
            <a:gdLst>
              <a:gd name="connsiteX0" fmla="*/ 0 w 126274"/>
              <a:gd name="connsiteY0" fmla="*/ 0 h 265080"/>
              <a:gd name="connsiteX1" fmla="*/ 0 w 126274"/>
              <a:gd name="connsiteY1" fmla="*/ 265081 h 265080"/>
              <a:gd name="connsiteX2" fmla="*/ 126274 w 126274"/>
              <a:gd name="connsiteY2" fmla="*/ 132588 h 265080"/>
              <a:gd name="connsiteX3" fmla="*/ 0 w 126274"/>
              <a:gd name="connsiteY3" fmla="*/ 0 h 26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4" h="265080">
                <a:moveTo>
                  <a:pt x="0" y="0"/>
                </a:moveTo>
                <a:lnTo>
                  <a:pt x="0" y="265081"/>
                </a:lnTo>
                <a:cubicBezTo>
                  <a:pt x="69704" y="265081"/>
                  <a:pt x="126224" y="205777"/>
                  <a:pt x="126274" y="132588"/>
                </a:cubicBezTo>
                <a:cubicBezTo>
                  <a:pt x="126274" y="59362"/>
                  <a:pt x="69739" y="0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884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05A6BEF-66B1-4791-F52F-526209B7EF91}"/>
              </a:ext>
            </a:extLst>
          </p:cNvPr>
          <p:cNvGrpSpPr/>
          <p:nvPr/>
        </p:nvGrpSpPr>
        <p:grpSpPr>
          <a:xfrm>
            <a:off x="3510672" y="869917"/>
            <a:ext cx="370784" cy="346915"/>
            <a:chOff x="-6214123" y="519010"/>
            <a:chExt cx="5443573" cy="5093129"/>
          </a:xfrm>
          <a:solidFill>
            <a:schemeClr val="tx1"/>
          </a:solidFill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8D826C6-EF46-67F6-3306-C7917D7AC03F}"/>
                </a:ext>
              </a:extLst>
            </p:cNvPr>
            <p:cNvSpPr/>
            <p:nvPr/>
          </p:nvSpPr>
          <p:spPr>
            <a:xfrm>
              <a:off x="-5248684" y="1573458"/>
              <a:ext cx="2283522" cy="2284586"/>
            </a:xfrm>
            <a:custGeom>
              <a:avLst/>
              <a:gdLst>
                <a:gd name="connsiteX0" fmla="*/ 257175 w 2283518"/>
                <a:gd name="connsiteY0" fmla="*/ 754380 h 2284586"/>
                <a:gd name="connsiteX1" fmla="*/ 242176 w 2283518"/>
                <a:gd name="connsiteY1" fmla="*/ 790816 h 2284586"/>
                <a:gd name="connsiteX2" fmla="*/ 175741 w 2283518"/>
                <a:gd name="connsiteY2" fmla="*/ 790816 h 2284586"/>
                <a:gd name="connsiteX3" fmla="*/ 0 w 2283518"/>
                <a:gd name="connsiteY3" fmla="*/ 966557 h 2284586"/>
                <a:gd name="connsiteX4" fmla="*/ 0 w 2283518"/>
                <a:gd name="connsiteY4" fmla="*/ 1318029 h 2284586"/>
                <a:gd name="connsiteX5" fmla="*/ 175741 w 2283518"/>
                <a:gd name="connsiteY5" fmla="*/ 1493770 h 2284586"/>
                <a:gd name="connsiteX6" fmla="*/ 242176 w 2283518"/>
                <a:gd name="connsiteY6" fmla="*/ 1493770 h 2284586"/>
                <a:gd name="connsiteX7" fmla="*/ 257175 w 2283518"/>
                <a:gd name="connsiteY7" fmla="*/ 1530206 h 2284586"/>
                <a:gd name="connsiteX8" fmla="*/ 210021 w 2283518"/>
                <a:gd name="connsiteY8" fmla="*/ 1577350 h 2284586"/>
                <a:gd name="connsiteX9" fmla="*/ 210021 w 2283518"/>
                <a:gd name="connsiteY9" fmla="*/ 1825952 h 2284586"/>
                <a:gd name="connsiteX10" fmla="*/ 458624 w 2283518"/>
                <a:gd name="connsiteY10" fmla="*/ 2074555 h 2284586"/>
                <a:gd name="connsiteX11" fmla="*/ 707226 w 2283518"/>
                <a:gd name="connsiteY11" fmla="*/ 2074555 h 2284586"/>
                <a:gd name="connsiteX12" fmla="*/ 754380 w 2283518"/>
                <a:gd name="connsiteY12" fmla="*/ 2027411 h 2284586"/>
                <a:gd name="connsiteX13" fmla="*/ 790816 w 2283518"/>
                <a:gd name="connsiteY13" fmla="*/ 2042410 h 2284586"/>
                <a:gd name="connsiteX14" fmla="*/ 790816 w 2283518"/>
                <a:gd name="connsiteY14" fmla="*/ 2108845 h 2284586"/>
                <a:gd name="connsiteX15" fmla="*/ 966557 w 2283518"/>
                <a:gd name="connsiteY15" fmla="*/ 2284586 h 2284586"/>
                <a:gd name="connsiteX16" fmla="*/ 1316962 w 2283518"/>
                <a:gd name="connsiteY16" fmla="*/ 2284586 h 2284586"/>
                <a:gd name="connsiteX17" fmla="*/ 1492703 w 2283518"/>
                <a:gd name="connsiteY17" fmla="*/ 2108845 h 2284586"/>
                <a:gd name="connsiteX18" fmla="*/ 1492703 w 2283518"/>
                <a:gd name="connsiteY18" fmla="*/ 2042410 h 2284586"/>
                <a:gd name="connsiteX19" fmla="*/ 1529138 w 2283518"/>
                <a:gd name="connsiteY19" fmla="*/ 2027411 h 2284586"/>
                <a:gd name="connsiteX20" fmla="*/ 1576282 w 2283518"/>
                <a:gd name="connsiteY20" fmla="*/ 2074555 h 2284586"/>
                <a:gd name="connsiteX21" fmla="*/ 1824885 w 2283518"/>
                <a:gd name="connsiteY21" fmla="*/ 2074555 h 2284586"/>
                <a:gd name="connsiteX22" fmla="*/ 2073487 w 2283518"/>
                <a:gd name="connsiteY22" fmla="*/ 1825952 h 2284586"/>
                <a:gd name="connsiteX23" fmla="*/ 2073487 w 2283518"/>
                <a:gd name="connsiteY23" fmla="*/ 1577350 h 2284586"/>
                <a:gd name="connsiteX24" fmla="*/ 2026343 w 2283518"/>
                <a:gd name="connsiteY24" fmla="*/ 1530206 h 2284586"/>
                <a:gd name="connsiteX25" fmla="*/ 2041343 w 2283518"/>
                <a:gd name="connsiteY25" fmla="*/ 1493770 h 2284586"/>
                <a:gd name="connsiteX26" fmla="*/ 2107777 w 2283518"/>
                <a:gd name="connsiteY26" fmla="*/ 1493770 h 2284586"/>
                <a:gd name="connsiteX27" fmla="*/ 2283518 w 2283518"/>
                <a:gd name="connsiteY27" fmla="*/ 1318029 h 2284586"/>
                <a:gd name="connsiteX28" fmla="*/ 2283518 w 2283518"/>
                <a:gd name="connsiteY28" fmla="*/ 966557 h 2284586"/>
                <a:gd name="connsiteX29" fmla="*/ 2107777 w 2283518"/>
                <a:gd name="connsiteY29" fmla="*/ 790816 h 2284586"/>
                <a:gd name="connsiteX30" fmla="*/ 2041343 w 2283518"/>
                <a:gd name="connsiteY30" fmla="*/ 790816 h 2284586"/>
                <a:gd name="connsiteX31" fmla="*/ 2026343 w 2283518"/>
                <a:gd name="connsiteY31" fmla="*/ 754380 h 2284586"/>
                <a:gd name="connsiteX32" fmla="*/ 2073487 w 2283518"/>
                <a:gd name="connsiteY32" fmla="*/ 707226 h 2284586"/>
                <a:gd name="connsiteX33" fmla="*/ 2073487 w 2283518"/>
                <a:gd name="connsiteY33" fmla="*/ 458624 h 2284586"/>
                <a:gd name="connsiteX34" fmla="*/ 1824885 w 2283518"/>
                <a:gd name="connsiteY34" fmla="*/ 210021 h 2284586"/>
                <a:gd name="connsiteX35" fmla="*/ 1576282 w 2283518"/>
                <a:gd name="connsiteY35" fmla="*/ 210021 h 2284586"/>
                <a:gd name="connsiteX36" fmla="*/ 1529138 w 2283518"/>
                <a:gd name="connsiteY36" fmla="*/ 257175 h 2284586"/>
                <a:gd name="connsiteX37" fmla="*/ 1492703 w 2283518"/>
                <a:gd name="connsiteY37" fmla="*/ 242176 h 2284586"/>
                <a:gd name="connsiteX38" fmla="*/ 1492703 w 2283518"/>
                <a:gd name="connsiteY38" fmla="*/ 175741 h 2284586"/>
                <a:gd name="connsiteX39" fmla="*/ 1316962 w 2283518"/>
                <a:gd name="connsiteY39" fmla="*/ 0 h 2284586"/>
                <a:gd name="connsiteX40" fmla="*/ 965489 w 2283518"/>
                <a:gd name="connsiteY40" fmla="*/ 0 h 2284586"/>
                <a:gd name="connsiteX41" fmla="*/ 789748 w 2283518"/>
                <a:gd name="connsiteY41" fmla="*/ 175741 h 2284586"/>
                <a:gd name="connsiteX42" fmla="*/ 789748 w 2283518"/>
                <a:gd name="connsiteY42" fmla="*/ 242176 h 2284586"/>
                <a:gd name="connsiteX43" fmla="*/ 753312 w 2283518"/>
                <a:gd name="connsiteY43" fmla="*/ 257175 h 2284586"/>
                <a:gd name="connsiteX44" fmla="*/ 706168 w 2283518"/>
                <a:gd name="connsiteY44" fmla="*/ 210021 h 2284586"/>
                <a:gd name="connsiteX45" fmla="*/ 457566 w 2283518"/>
                <a:gd name="connsiteY45" fmla="*/ 210021 h 2284586"/>
                <a:gd name="connsiteX46" fmla="*/ 208963 w 2283518"/>
                <a:gd name="connsiteY46" fmla="*/ 458624 h 2284586"/>
                <a:gd name="connsiteX47" fmla="*/ 208963 w 2283518"/>
                <a:gd name="connsiteY47" fmla="*/ 707226 h 2284586"/>
                <a:gd name="connsiteX48" fmla="*/ 582930 w 2283518"/>
                <a:gd name="connsiteY48" fmla="*/ 334328 h 2284586"/>
                <a:gd name="connsiteX49" fmla="*/ 719022 w 2283518"/>
                <a:gd name="connsiteY49" fmla="*/ 471488 h 2284586"/>
                <a:gd name="connsiteX50" fmla="*/ 775816 w 2283518"/>
                <a:gd name="connsiteY50" fmla="*/ 441479 h 2284586"/>
                <a:gd name="connsiteX51" fmla="*/ 903336 w 2283518"/>
                <a:gd name="connsiteY51" fmla="*/ 387908 h 2284586"/>
                <a:gd name="connsiteX52" fmla="*/ 964411 w 2283518"/>
                <a:gd name="connsiteY52" fmla="*/ 368618 h 2284586"/>
                <a:gd name="connsiteX53" fmla="*/ 964411 w 2283518"/>
                <a:gd name="connsiteY53" fmla="*/ 175731 h 2284586"/>
                <a:gd name="connsiteX54" fmla="*/ 1316952 w 2283518"/>
                <a:gd name="connsiteY54" fmla="*/ 175731 h 2284586"/>
                <a:gd name="connsiteX55" fmla="*/ 1316952 w 2283518"/>
                <a:gd name="connsiteY55" fmla="*/ 368618 h 2284586"/>
                <a:gd name="connsiteX56" fmla="*/ 1378037 w 2283518"/>
                <a:gd name="connsiteY56" fmla="*/ 387908 h 2284586"/>
                <a:gd name="connsiteX57" fmla="*/ 1505557 w 2283518"/>
                <a:gd name="connsiteY57" fmla="*/ 441479 h 2284586"/>
                <a:gd name="connsiteX58" fmla="*/ 1562351 w 2283518"/>
                <a:gd name="connsiteY58" fmla="*/ 471488 h 2284586"/>
                <a:gd name="connsiteX59" fmla="*/ 1698443 w 2283518"/>
                <a:gd name="connsiteY59" fmla="*/ 335395 h 2284586"/>
                <a:gd name="connsiteX60" fmla="*/ 1947045 w 2283518"/>
                <a:gd name="connsiteY60" fmla="*/ 583998 h 2284586"/>
                <a:gd name="connsiteX61" fmla="*/ 1810953 w 2283518"/>
                <a:gd name="connsiteY61" fmla="*/ 720090 h 2284586"/>
                <a:gd name="connsiteX62" fmla="*/ 1840952 w 2283518"/>
                <a:gd name="connsiteY62" fmla="*/ 776884 h 2284586"/>
                <a:gd name="connsiteX63" fmla="*/ 1894532 w 2283518"/>
                <a:gd name="connsiteY63" fmla="*/ 904404 h 2284586"/>
                <a:gd name="connsiteX64" fmla="*/ 1913823 w 2283518"/>
                <a:gd name="connsiteY64" fmla="*/ 965479 h 2284586"/>
                <a:gd name="connsiteX65" fmla="*/ 2106709 w 2283518"/>
                <a:gd name="connsiteY65" fmla="*/ 965479 h 2284586"/>
                <a:gd name="connsiteX66" fmla="*/ 2106709 w 2283518"/>
                <a:gd name="connsiteY66" fmla="*/ 1316952 h 2284586"/>
                <a:gd name="connsiteX67" fmla="*/ 1913823 w 2283518"/>
                <a:gd name="connsiteY67" fmla="*/ 1316952 h 2284586"/>
                <a:gd name="connsiteX68" fmla="*/ 1894532 w 2283518"/>
                <a:gd name="connsiteY68" fmla="*/ 1378037 h 2284586"/>
                <a:gd name="connsiteX69" fmla="*/ 1840952 w 2283518"/>
                <a:gd name="connsiteY69" fmla="*/ 1505556 h 2284586"/>
                <a:gd name="connsiteX70" fmla="*/ 1810953 w 2283518"/>
                <a:gd name="connsiteY70" fmla="*/ 1562350 h 2284586"/>
                <a:gd name="connsiteX71" fmla="*/ 1947045 w 2283518"/>
                <a:gd name="connsiteY71" fmla="*/ 1698443 h 2284586"/>
                <a:gd name="connsiteX72" fmla="*/ 1698443 w 2283518"/>
                <a:gd name="connsiteY72" fmla="*/ 1947045 h 2284586"/>
                <a:gd name="connsiteX73" fmla="*/ 1563428 w 2283518"/>
                <a:gd name="connsiteY73" fmla="*/ 1812031 h 2284586"/>
                <a:gd name="connsiteX74" fmla="*/ 1506634 w 2283518"/>
                <a:gd name="connsiteY74" fmla="*/ 1842030 h 2284586"/>
                <a:gd name="connsiteX75" fmla="*/ 1379115 w 2283518"/>
                <a:gd name="connsiteY75" fmla="*/ 1895610 h 2284586"/>
                <a:gd name="connsiteX76" fmla="*/ 1318029 w 2283518"/>
                <a:gd name="connsiteY76" fmla="*/ 1914901 h 2284586"/>
                <a:gd name="connsiteX77" fmla="*/ 1318029 w 2283518"/>
                <a:gd name="connsiteY77" fmla="*/ 2107787 h 2284586"/>
                <a:gd name="connsiteX78" fmla="*/ 966557 w 2283518"/>
                <a:gd name="connsiteY78" fmla="*/ 2107787 h 2284586"/>
                <a:gd name="connsiteX79" fmla="*/ 966557 w 2283518"/>
                <a:gd name="connsiteY79" fmla="*/ 1914901 h 2284586"/>
                <a:gd name="connsiteX80" fmla="*/ 905482 w 2283518"/>
                <a:gd name="connsiteY80" fmla="*/ 1895610 h 2284586"/>
                <a:gd name="connsiteX81" fmla="*/ 777962 w 2283518"/>
                <a:gd name="connsiteY81" fmla="*/ 1842030 h 2284586"/>
                <a:gd name="connsiteX82" fmla="*/ 721168 w 2283518"/>
                <a:gd name="connsiteY82" fmla="*/ 1812031 h 2284586"/>
                <a:gd name="connsiteX83" fmla="*/ 584008 w 2283518"/>
                <a:gd name="connsiteY83" fmla="*/ 1949191 h 2284586"/>
                <a:gd name="connsiteX84" fmla="*/ 335405 w 2283518"/>
                <a:gd name="connsiteY84" fmla="*/ 1700588 h 2284586"/>
                <a:gd name="connsiteX85" fmla="*/ 471497 w 2283518"/>
                <a:gd name="connsiteY85" fmla="*/ 1564496 h 2284586"/>
                <a:gd name="connsiteX86" fmla="*/ 441499 w 2283518"/>
                <a:gd name="connsiteY86" fmla="*/ 1507702 h 2284586"/>
                <a:gd name="connsiteX87" fmla="*/ 387918 w 2283518"/>
                <a:gd name="connsiteY87" fmla="*/ 1380182 h 2284586"/>
                <a:gd name="connsiteX88" fmla="*/ 368627 w 2283518"/>
                <a:gd name="connsiteY88" fmla="*/ 1319097 h 2284586"/>
                <a:gd name="connsiteX89" fmla="*/ 175741 w 2283518"/>
                <a:gd name="connsiteY89" fmla="*/ 1319097 h 2284586"/>
                <a:gd name="connsiteX90" fmla="*/ 175741 w 2283518"/>
                <a:gd name="connsiteY90" fmla="*/ 967625 h 2284586"/>
                <a:gd name="connsiteX91" fmla="*/ 368627 w 2283518"/>
                <a:gd name="connsiteY91" fmla="*/ 967625 h 2284586"/>
                <a:gd name="connsiteX92" fmla="*/ 387918 w 2283518"/>
                <a:gd name="connsiteY92" fmla="*/ 906549 h 2284586"/>
                <a:gd name="connsiteX93" fmla="*/ 441499 w 2283518"/>
                <a:gd name="connsiteY93" fmla="*/ 779030 h 2284586"/>
                <a:gd name="connsiteX94" fmla="*/ 471497 w 2283518"/>
                <a:gd name="connsiteY94" fmla="*/ 722236 h 2284586"/>
                <a:gd name="connsiteX95" fmla="*/ 335405 w 2283518"/>
                <a:gd name="connsiteY95" fmla="*/ 586144 h 2284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2283518" h="2284586">
                  <a:moveTo>
                    <a:pt x="257175" y="754380"/>
                  </a:moveTo>
                  <a:cubicBezTo>
                    <a:pt x="251816" y="766166"/>
                    <a:pt x="246457" y="779030"/>
                    <a:pt x="242176" y="790816"/>
                  </a:cubicBezTo>
                  <a:lnTo>
                    <a:pt x="175741" y="790816"/>
                  </a:lnTo>
                  <a:cubicBezTo>
                    <a:pt x="79298" y="790816"/>
                    <a:pt x="0" y="869036"/>
                    <a:pt x="0" y="966557"/>
                  </a:cubicBezTo>
                  <a:lnTo>
                    <a:pt x="0" y="1318029"/>
                  </a:lnTo>
                  <a:cubicBezTo>
                    <a:pt x="0" y="1414472"/>
                    <a:pt x="79288" y="1493770"/>
                    <a:pt x="175741" y="1493770"/>
                  </a:cubicBezTo>
                  <a:lnTo>
                    <a:pt x="242176" y="1493770"/>
                  </a:lnTo>
                  <a:cubicBezTo>
                    <a:pt x="246457" y="1505556"/>
                    <a:pt x="251816" y="1518410"/>
                    <a:pt x="257175" y="1530206"/>
                  </a:cubicBezTo>
                  <a:lnTo>
                    <a:pt x="210021" y="1577350"/>
                  </a:lnTo>
                  <a:cubicBezTo>
                    <a:pt x="141441" y="1645930"/>
                    <a:pt x="141441" y="1757372"/>
                    <a:pt x="210021" y="1825952"/>
                  </a:cubicBezTo>
                  <a:lnTo>
                    <a:pt x="458624" y="2074555"/>
                  </a:lnTo>
                  <a:cubicBezTo>
                    <a:pt x="527204" y="2143135"/>
                    <a:pt x="638646" y="2143135"/>
                    <a:pt x="707226" y="2074555"/>
                  </a:cubicBezTo>
                  <a:lnTo>
                    <a:pt x="754380" y="2027411"/>
                  </a:lnTo>
                  <a:cubicBezTo>
                    <a:pt x="766166" y="2032760"/>
                    <a:pt x="779030" y="2038119"/>
                    <a:pt x="790816" y="2042410"/>
                  </a:cubicBezTo>
                  <a:lnTo>
                    <a:pt x="790816" y="2108845"/>
                  </a:lnTo>
                  <a:cubicBezTo>
                    <a:pt x="790816" y="2205288"/>
                    <a:pt x="870114" y="2284586"/>
                    <a:pt x="966557" y="2284586"/>
                  </a:cubicBezTo>
                  <a:lnTo>
                    <a:pt x="1316962" y="2284586"/>
                  </a:lnTo>
                  <a:cubicBezTo>
                    <a:pt x="1413405" y="2284586"/>
                    <a:pt x="1492703" y="2206366"/>
                    <a:pt x="1492703" y="2108845"/>
                  </a:cubicBezTo>
                  <a:lnTo>
                    <a:pt x="1492703" y="2042410"/>
                  </a:lnTo>
                  <a:cubicBezTo>
                    <a:pt x="1504489" y="2038119"/>
                    <a:pt x="1517342" y="2032760"/>
                    <a:pt x="1529138" y="2027411"/>
                  </a:cubicBezTo>
                  <a:lnTo>
                    <a:pt x="1576282" y="2074555"/>
                  </a:lnTo>
                  <a:cubicBezTo>
                    <a:pt x="1644862" y="2143135"/>
                    <a:pt x="1756305" y="2143135"/>
                    <a:pt x="1824885" y="2074555"/>
                  </a:cubicBezTo>
                  <a:lnTo>
                    <a:pt x="2073487" y="1825952"/>
                  </a:lnTo>
                  <a:cubicBezTo>
                    <a:pt x="2142067" y="1757372"/>
                    <a:pt x="2142067" y="1645930"/>
                    <a:pt x="2073487" y="1577350"/>
                  </a:cubicBezTo>
                  <a:lnTo>
                    <a:pt x="2026343" y="1530206"/>
                  </a:lnTo>
                  <a:cubicBezTo>
                    <a:pt x="2031692" y="1518410"/>
                    <a:pt x="2037052" y="1505556"/>
                    <a:pt x="2041343" y="1493770"/>
                  </a:cubicBezTo>
                  <a:lnTo>
                    <a:pt x="2107777" y="1493770"/>
                  </a:lnTo>
                  <a:cubicBezTo>
                    <a:pt x="2204220" y="1493770"/>
                    <a:pt x="2283518" y="1415540"/>
                    <a:pt x="2283518" y="1318029"/>
                  </a:cubicBezTo>
                  <a:lnTo>
                    <a:pt x="2283518" y="966557"/>
                  </a:lnTo>
                  <a:cubicBezTo>
                    <a:pt x="2283518" y="870114"/>
                    <a:pt x="2204220" y="790816"/>
                    <a:pt x="2107777" y="790816"/>
                  </a:cubicBezTo>
                  <a:lnTo>
                    <a:pt x="2041343" y="790816"/>
                  </a:lnTo>
                  <a:cubicBezTo>
                    <a:pt x="2037052" y="779030"/>
                    <a:pt x="2031692" y="766166"/>
                    <a:pt x="2026343" y="754380"/>
                  </a:cubicBezTo>
                  <a:lnTo>
                    <a:pt x="2073487" y="707226"/>
                  </a:lnTo>
                  <a:cubicBezTo>
                    <a:pt x="2142067" y="638646"/>
                    <a:pt x="2142067" y="527204"/>
                    <a:pt x="2073487" y="458624"/>
                  </a:cubicBezTo>
                  <a:lnTo>
                    <a:pt x="1824885" y="210021"/>
                  </a:lnTo>
                  <a:cubicBezTo>
                    <a:pt x="1756305" y="141441"/>
                    <a:pt x="1644862" y="141441"/>
                    <a:pt x="1576282" y="210021"/>
                  </a:cubicBezTo>
                  <a:lnTo>
                    <a:pt x="1529138" y="257175"/>
                  </a:lnTo>
                  <a:cubicBezTo>
                    <a:pt x="1517352" y="251816"/>
                    <a:pt x="1504489" y="246457"/>
                    <a:pt x="1492703" y="242176"/>
                  </a:cubicBezTo>
                  <a:lnTo>
                    <a:pt x="1492703" y="175741"/>
                  </a:lnTo>
                  <a:cubicBezTo>
                    <a:pt x="1492703" y="79298"/>
                    <a:pt x="1413405" y="0"/>
                    <a:pt x="1316962" y="0"/>
                  </a:cubicBezTo>
                  <a:lnTo>
                    <a:pt x="965489" y="0"/>
                  </a:lnTo>
                  <a:cubicBezTo>
                    <a:pt x="869046" y="0"/>
                    <a:pt x="789748" y="78220"/>
                    <a:pt x="789748" y="175741"/>
                  </a:cubicBezTo>
                  <a:lnTo>
                    <a:pt x="789748" y="242176"/>
                  </a:lnTo>
                  <a:cubicBezTo>
                    <a:pt x="777962" y="246457"/>
                    <a:pt x="765098" y="251816"/>
                    <a:pt x="753312" y="257175"/>
                  </a:cubicBezTo>
                  <a:lnTo>
                    <a:pt x="706168" y="210021"/>
                  </a:lnTo>
                  <a:cubicBezTo>
                    <a:pt x="637588" y="141441"/>
                    <a:pt x="526146" y="141441"/>
                    <a:pt x="457566" y="210021"/>
                  </a:cubicBezTo>
                  <a:lnTo>
                    <a:pt x="208963" y="458624"/>
                  </a:lnTo>
                  <a:cubicBezTo>
                    <a:pt x="140383" y="527204"/>
                    <a:pt x="140383" y="638646"/>
                    <a:pt x="208963" y="707226"/>
                  </a:cubicBezTo>
                  <a:close/>
                  <a:moveTo>
                    <a:pt x="582930" y="334328"/>
                  </a:moveTo>
                  <a:lnTo>
                    <a:pt x="719022" y="471488"/>
                  </a:lnTo>
                  <a:lnTo>
                    <a:pt x="775816" y="441479"/>
                  </a:lnTo>
                  <a:cubicBezTo>
                    <a:pt x="818679" y="418985"/>
                    <a:pt x="861541" y="401840"/>
                    <a:pt x="903336" y="387908"/>
                  </a:cubicBezTo>
                  <a:lnTo>
                    <a:pt x="964411" y="368618"/>
                  </a:lnTo>
                  <a:lnTo>
                    <a:pt x="964411" y="175731"/>
                  </a:lnTo>
                  <a:lnTo>
                    <a:pt x="1316952" y="175731"/>
                  </a:lnTo>
                  <a:lnTo>
                    <a:pt x="1316952" y="368618"/>
                  </a:lnTo>
                  <a:lnTo>
                    <a:pt x="1378037" y="387908"/>
                  </a:lnTo>
                  <a:cubicBezTo>
                    <a:pt x="1420899" y="400762"/>
                    <a:pt x="1463762" y="418985"/>
                    <a:pt x="1505557" y="441479"/>
                  </a:cubicBezTo>
                  <a:lnTo>
                    <a:pt x="1562351" y="471488"/>
                  </a:lnTo>
                  <a:lnTo>
                    <a:pt x="1698443" y="335395"/>
                  </a:lnTo>
                  <a:lnTo>
                    <a:pt x="1947045" y="583998"/>
                  </a:lnTo>
                  <a:lnTo>
                    <a:pt x="1810953" y="720090"/>
                  </a:lnTo>
                  <a:lnTo>
                    <a:pt x="1840952" y="776884"/>
                  </a:lnTo>
                  <a:cubicBezTo>
                    <a:pt x="1863456" y="819747"/>
                    <a:pt x="1881669" y="862609"/>
                    <a:pt x="1894532" y="904404"/>
                  </a:cubicBezTo>
                  <a:lnTo>
                    <a:pt x="1913823" y="965479"/>
                  </a:lnTo>
                  <a:lnTo>
                    <a:pt x="2106709" y="965479"/>
                  </a:lnTo>
                  <a:lnTo>
                    <a:pt x="2106709" y="1316952"/>
                  </a:lnTo>
                  <a:lnTo>
                    <a:pt x="1913823" y="1316952"/>
                  </a:lnTo>
                  <a:lnTo>
                    <a:pt x="1894532" y="1378037"/>
                  </a:lnTo>
                  <a:cubicBezTo>
                    <a:pt x="1881669" y="1420899"/>
                    <a:pt x="1863456" y="1463762"/>
                    <a:pt x="1840952" y="1505556"/>
                  </a:cubicBezTo>
                  <a:lnTo>
                    <a:pt x="1810953" y="1562350"/>
                  </a:lnTo>
                  <a:lnTo>
                    <a:pt x="1947045" y="1698443"/>
                  </a:lnTo>
                  <a:lnTo>
                    <a:pt x="1698443" y="1947045"/>
                  </a:lnTo>
                  <a:lnTo>
                    <a:pt x="1563428" y="1812031"/>
                  </a:lnTo>
                  <a:lnTo>
                    <a:pt x="1506634" y="1842030"/>
                  </a:lnTo>
                  <a:cubicBezTo>
                    <a:pt x="1463772" y="1864534"/>
                    <a:pt x="1420909" y="1881679"/>
                    <a:pt x="1379115" y="1895610"/>
                  </a:cubicBezTo>
                  <a:lnTo>
                    <a:pt x="1318029" y="1914901"/>
                  </a:lnTo>
                  <a:lnTo>
                    <a:pt x="1318029" y="2107787"/>
                  </a:lnTo>
                  <a:lnTo>
                    <a:pt x="966557" y="2107787"/>
                  </a:lnTo>
                  <a:lnTo>
                    <a:pt x="966557" y="1914901"/>
                  </a:lnTo>
                  <a:lnTo>
                    <a:pt x="905482" y="1895610"/>
                  </a:lnTo>
                  <a:cubicBezTo>
                    <a:pt x="862619" y="1882746"/>
                    <a:pt x="819756" y="1864534"/>
                    <a:pt x="777962" y="1842030"/>
                  </a:cubicBezTo>
                  <a:lnTo>
                    <a:pt x="721168" y="1812031"/>
                  </a:lnTo>
                  <a:lnTo>
                    <a:pt x="584008" y="1949191"/>
                  </a:lnTo>
                  <a:lnTo>
                    <a:pt x="335405" y="1700588"/>
                  </a:lnTo>
                  <a:lnTo>
                    <a:pt x="471497" y="1564496"/>
                  </a:lnTo>
                  <a:lnTo>
                    <a:pt x="441499" y="1507702"/>
                  </a:lnTo>
                  <a:cubicBezTo>
                    <a:pt x="418994" y="1464840"/>
                    <a:pt x="400772" y="1421977"/>
                    <a:pt x="387918" y="1380182"/>
                  </a:cubicBezTo>
                  <a:lnTo>
                    <a:pt x="368627" y="1319097"/>
                  </a:lnTo>
                  <a:lnTo>
                    <a:pt x="175741" y="1319097"/>
                  </a:lnTo>
                  <a:lnTo>
                    <a:pt x="175741" y="967625"/>
                  </a:lnTo>
                  <a:lnTo>
                    <a:pt x="368627" y="967625"/>
                  </a:lnTo>
                  <a:lnTo>
                    <a:pt x="387918" y="906549"/>
                  </a:lnTo>
                  <a:cubicBezTo>
                    <a:pt x="400772" y="863687"/>
                    <a:pt x="418994" y="820824"/>
                    <a:pt x="441499" y="779030"/>
                  </a:cubicBezTo>
                  <a:lnTo>
                    <a:pt x="471497" y="722236"/>
                  </a:lnTo>
                  <a:lnTo>
                    <a:pt x="335405" y="586144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A047763-2673-7FAA-7099-90F276992EE7}"/>
                </a:ext>
              </a:extLst>
            </p:cNvPr>
            <p:cNvSpPr/>
            <p:nvPr/>
          </p:nvSpPr>
          <p:spPr>
            <a:xfrm>
              <a:off x="-4722493" y="2099647"/>
              <a:ext cx="1230142" cy="1230153"/>
            </a:xfrm>
            <a:custGeom>
              <a:avLst/>
              <a:gdLst>
                <a:gd name="connsiteX0" fmla="*/ 615075 w 1230148"/>
                <a:gd name="connsiteY0" fmla="*/ 1230149 h 1230148"/>
                <a:gd name="connsiteX1" fmla="*/ 1230149 w 1230148"/>
                <a:gd name="connsiteY1" fmla="*/ 615074 h 1230148"/>
                <a:gd name="connsiteX2" fmla="*/ 615075 w 1230148"/>
                <a:gd name="connsiteY2" fmla="*/ 0 h 1230148"/>
                <a:gd name="connsiteX3" fmla="*/ 0 w 1230148"/>
                <a:gd name="connsiteY3" fmla="*/ 615074 h 1230148"/>
                <a:gd name="connsiteX4" fmla="*/ 615075 w 1230148"/>
                <a:gd name="connsiteY4" fmla="*/ 1230149 h 1230148"/>
                <a:gd name="connsiteX5" fmla="*/ 615075 w 1230148"/>
                <a:gd name="connsiteY5" fmla="*/ 176760 h 1230148"/>
                <a:gd name="connsiteX6" fmla="*/ 1054418 w 1230148"/>
                <a:gd name="connsiteY6" fmla="*/ 616103 h 1230148"/>
                <a:gd name="connsiteX7" fmla="*/ 615075 w 1230148"/>
                <a:gd name="connsiteY7" fmla="*/ 1055446 h 1230148"/>
                <a:gd name="connsiteX8" fmla="*/ 175731 w 1230148"/>
                <a:gd name="connsiteY8" fmla="*/ 616103 h 1230148"/>
                <a:gd name="connsiteX9" fmla="*/ 615075 w 1230148"/>
                <a:gd name="connsiteY9" fmla="*/ 176760 h 123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0148" h="1230148">
                  <a:moveTo>
                    <a:pt x="615075" y="1230149"/>
                  </a:moveTo>
                  <a:cubicBezTo>
                    <a:pt x="953683" y="1230149"/>
                    <a:pt x="1230149" y="954761"/>
                    <a:pt x="1230149" y="615074"/>
                  </a:cubicBezTo>
                  <a:cubicBezTo>
                    <a:pt x="1230149" y="275388"/>
                    <a:pt x="954761" y="0"/>
                    <a:pt x="615075" y="0"/>
                  </a:cubicBezTo>
                  <a:cubicBezTo>
                    <a:pt x="275388" y="0"/>
                    <a:pt x="0" y="275388"/>
                    <a:pt x="0" y="615074"/>
                  </a:cubicBezTo>
                  <a:cubicBezTo>
                    <a:pt x="0" y="954761"/>
                    <a:pt x="276466" y="1230149"/>
                    <a:pt x="615075" y="1230149"/>
                  </a:cubicBezTo>
                  <a:close/>
                  <a:moveTo>
                    <a:pt x="615075" y="176760"/>
                  </a:moveTo>
                  <a:cubicBezTo>
                    <a:pt x="857250" y="176760"/>
                    <a:pt x="1054418" y="373927"/>
                    <a:pt x="1054418" y="616103"/>
                  </a:cubicBezTo>
                  <a:cubicBezTo>
                    <a:pt x="1054418" y="858279"/>
                    <a:pt x="857250" y="1055446"/>
                    <a:pt x="615075" y="1055446"/>
                  </a:cubicBezTo>
                  <a:cubicBezTo>
                    <a:pt x="372899" y="1055446"/>
                    <a:pt x="175731" y="858279"/>
                    <a:pt x="175731" y="616103"/>
                  </a:cubicBezTo>
                  <a:cubicBezTo>
                    <a:pt x="175731" y="373927"/>
                    <a:pt x="373967" y="176760"/>
                    <a:pt x="615075" y="176760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11EA004F-7C9C-81F9-FF25-BA7F41332BE5}"/>
                </a:ext>
              </a:extLst>
            </p:cNvPr>
            <p:cNvSpPr/>
            <p:nvPr/>
          </p:nvSpPr>
          <p:spPr>
            <a:xfrm>
              <a:off x="-2878323" y="958404"/>
              <a:ext cx="702938" cy="702951"/>
            </a:xfrm>
            <a:custGeom>
              <a:avLst/>
              <a:gdLst>
                <a:gd name="connsiteX0" fmla="*/ 351473 w 702945"/>
                <a:gd name="connsiteY0" fmla="*/ 702945 h 702945"/>
                <a:gd name="connsiteX1" fmla="*/ 702945 w 702945"/>
                <a:gd name="connsiteY1" fmla="*/ 351473 h 702945"/>
                <a:gd name="connsiteX2" fmla="*/ 351473 w 702945"/>
                <a:gd name="connsiteY2" fmla="*/ 0 h 702945"/>
                <a:gd name="connsiteX3" fmla="*/ 0 w 702945"/>
                <a:gd name="connsiteY3" fmla="*/ 351473 h 702945"/>
                <a:gd name="connsiteX4" fmla="*/ 351473 w 702945"/>
                <a:gd name="connsiteY4" fmla="*/ 702945 h 702945"/>
                <a:gd name="connsiteX5" fmla="*/ 351473 w 702945"/>
                <a:gd name="connsiteY5" fmla="*/ 175741 h 702945"/>
                <a:gd name="connsiteX6" fmla="*/ 527214 w 702945"/>
                <a:gd name="connsiteY6" fmla="*/ 351482 h 702945"/>
                <a:gd name="connsiteX7" fmla="*/ 351473 w 702945"/>
                <a:gd name="connsiteY7" fmla="*/ 527224 h 702945"/>
                <a:gd name="connsiteX8" fmla="*/ 175731 w 702945"/>
                <a:gd name="connsiteY8" fmla="*/ 351482 h 702945"/>
                <a:gd name="connsiteX9" fmla="*/ 351473 w 702945"/>
                <a:gd name="connsiteY9" fmla="*/ 175741 h 702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2945" h="702945">
                  <a:moveTo>
                    <a:pt x="351473" y="702945"/>
                  </a:moveTo>
                  <a:cubicBezTo>
                    <a:pt x="545427" y="702945"/>
                    <a:pt x="702945" y="545427"/>
                    <a:pt x="702945" y="351473"/>
                  </a:cubicBezTo>
                  <a:cubicBezTo>
                    <a:pt x="702945" y="157518"/>
                    <a:pt x="545427" y="0"/>
                    <a:pt x="351473" y="0"/>
                  </a:cubicBezTo>
                  <a:cubicBezTo>
                    <a:pt x="157518" y="0"/>
                    <a:pt x="0" y="157518"/>
                    <a:pt x="0" y="351473"/>
                  </a:cubicBezTo>
                  <a:cubicBezTo>
                    <a:pt x="0" y="545427"/>
                    <a:pt x="158596" y="702945"/>
                    <a:pt x="351473" y="702945"/>
                  </a:cubicBezTo>
                  <a:close/>
                  <a:moveTo>
                    <a:pt x="351473" y="175741"/>
                  </a:moveTo>
                  <a:cubicBezTo>
                    <a:pt x="447916" y="175741"/>
                    <a:pt x="527214" y="253965"/>
                    <a:pt x="527214" y="351482"/>
                  </a:cubicBezTo>
                  <a:cubicBezTo>
                    <a:pt x="527214" y="449003"/>
                    <a:pt x="447916" y="527224"/>
                    <a:pt x="351473" y="527224"/>
                  </a:cubicBezTo>
                  <a:cubicBezTo>
                    <a:pt x="255029" y="527224"/>
                    <a:pt x="175731" y="449003"/>
                    <a:pt x="175731" y="351482"/>
                  </a:cubicBezTo>
                  <a:cubicBezTo>
                    <a:pt x="175731" y="253965"/>
                    <a:pt x="255029" y="175741"/>
                    <a:pt x="351473" y="17574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E26135B-875A-A11F-8CE7-A1ACE41D4DA6}"/>
                </a:ext>
              </a:extLst>
            </p:cNvPr>
            <p:cNvSpPr/>
            <p:nvPr/>
          </p:nvSpPr>
          <p:spPr>
            <a:xfrm>
              <a:off x="-6214123" y="519010"/>
              <a:ext cx="5443573" cy="5093129"/>
            </a:xfrm>
            <a:custGeom>
              <a:avLst/>
              <a:gdLst>
                <a:gd name="connsiteX0" fmla="*/ 5443514 w 5443572"/>
                <a:gd name="connsiteY0" fmla="*/ 4391263 h 5093129"/>
                <a:gd name="connsiteX1" fmla="*/ 5443514 w 5443572"/>
                <a:gd name="connsiteY1" fmla="*/ 702932 h 5093129"/>
                <a:gd name="connsiteX2" fmla="*/ 4478035 w 5443572"/>
                <a:gd name="connsiteY2" fmla="*/ 702932 h 5093129"/>
                <a:gd name="connsiteX3" fmla="*/ 4478035 w 5443572"/>
                <a:gd name="connsiteY3" fmla="*/ 674000 h 5093129"/>
                <a:gd name="connsiteX4" fmla="*/ 4331235 w 5443572"/>
                <a:gd name="connsiteY4" fmla="*/ 527200 h 5093129"/>
                <a:gd name="connsiteX5" fmla="*/ 4322662 w 5443572"/>
                <a:gd name="connsiteY5" fmla="*/ 527200 h 5093129"/>
                <a:gd name="connsiteX6" fmla="*/ 4329089 w 5443572"/>
                <a:gd name="connsiteY6" fmla="*/ 521842 h 5093129"/>
                <a:gd name="connsiteX7" fmla="*/ 4371952 w 5443572"/>
                <a:gd name="connsiteY7" fmla="*/ 417904 h 5093129"/>
                <a:gd name="connsiteX8" fmla="*/ 4329089 w 5443572"/>
                <a:gd name="connsiteY8" fmla="*/ 313966 h 5093129"/>
                <a:gd name="connsiteX9" fmla="*/ 4164066 w 5443572"/>
                <a:gd name="connsiteY9" fmla="*/ 148943 h 5093129"/>
                <a:gd name="connsiteX10" fmla="*/ 3957258 w 5443572"/>
                <a:gd name="connsiteY10" fmla="*/ 148943 h 5093129"/>
                <a:gd name="connsiteX11" fmla="*/ 3951899 w 5443572"/>
                <a:gd name="connsiteY11" fmla="*/ 154301 h 5093129"/>
                <a:gd name="connsiteX12" fmla="*/ 3951899 w 5443572"/>
                <a:gd name="connsiteY12" fmla="*/ 146800 h 5093129"/>
                <a:gd name="connsiteX13" fmla="*/ 3805099 w 5443572"/>
                <a:gd name="connsiteY13" fmla="*/ 0 h 5093129"/>
                <a:gd name="connsiteX14" fmla="*/ 3571496 w 5443572"/>
                <a:gd name="connsiteY14" fmla="*/ 0 h 5093129"/>
                <a:gd name="connsiteX15" fmla="*/ 3424695 w 5443572"/>
                <a:gd name="connsiteY15" fmla="*/ 146800 h 5093129"/>
                <a:gd name="connsiteX16" fmla="*/ 3424695 w 5443572"/>
                <a:gd name="connsiteY16" fmla="*/ 154301 h 5093129"/>
                <a:gd name="connsiteX17" fmla="*/ 3419336 w 5443572"/>
                <a:gd name="connsiteY17" fmla="*/ 148943 h 5093129"/>
                <a:gd name="connsiteX18" fmla="*/ 3316466 w 5443572"/>
                <a:gd name="connsiteY18" fmla="*/ 106081 h 5093129"/>
                <a:gd name="connsiteX19" fmla="*/ 3212528 w 5443572"/>
                <a:gd name="connsiteY19" fmla="*/ 148943 h 5093129"/>
                <a:gd name="connsiteX20" fmla="*/ 3046437 w 5443572"/>
                <a:gd name="connsiteY20" fmla="*/ 313966 h 5093129"/>
                <a:gd name="connsiteX21" fmla="*/ 3003575 w 5443572"/>
                <a:gd name="connsiteY21" fmla="*/ 417904 h 5093129"/>
                <a:gd name="connsiteX22" fmla="*/ 3046437 w 5443572"/>
                <a:gd name="connsiteY22" fmla="*/ 521842 h 5093129"/>
                <a:gd name="connsiteX23" fmla="*/ 3051796 w 5443572"/>
                <a:gd name="connsiteY23" fmla="*/ 527200 h 5093129"/>
                <a:gd name="connsiteX24" fmla="*/ 3043224 w 5443572"/>
                <a:gd name="connsiteY24" fmla="*/ 527200 h 5093129"/>
                <a:gd name="connsiteX25" fmla="*/ 2896423 w 5443572"/>
                <a:gd name="connsiteY25" fmla="*/ 674000 h 5093129"/>
                <a:gd name="connsiteX26" fmla="*/ 2896423 w 5443572"/>
                <a:gd name="connsiteY26" fmla="*/ 702932 h 5093129"/>
                <a:gd name="connsiteX27" fmla="*/ 0 w 5443572"/>
                <a:gd name="connsiteY27" fmla="*/ 702932 h 5093129"/>
                <a:gd name="connsiteX28" fmla="*/ 0 w 5443572"/>
                <a:gd name="connsiteY28" fmla="*/ 4390185 h 5093129"/>
                <a:gd name="connsiteX29" fmla="*/ 1668450 w 5443572"/>
                <a:gd name="connsiteY29" fmla="*/ 4390185 h 5093129"/>
                <a:gd name="connsiteX30" fmla="*/ 1668450 w 5443572"/>
                <a:gd name="connsiteY30" fmla="*/ 4917389 h 5093129"/>
                <a:gd name="connsiteX31" fmla="*/ 965505 w 5443572"/>
                <a:gd name="connsiteY31" fmla="*/ 4917389 h 5093129"/>
                <a:gd name="connsiteX32" fmla="*/ 965505 w 5443572"/>
                <a:gd name="connsiteY32" fmla="*/ 5093130 h 5093129"/>
                <a:gd name="connsiteX33" fmla="*/ 4475919 w 5443572"/>
                <a:gd name="connsiteY33" fmla="*/ 5093130 h 5093129"/>
                <a:gd name="connsiteX34" fmla="*/ 4475919 w 5443572"/>
                <a:gd name="connsiteY34" fmla="*/ 4917389 h 5093129"/>
                <a:gd name="connsiteX35" fmla="*/ 3774042 w 5443572"/>
                <a:gd name="connsiteY35" fmla="*/ 4917389 h 5093129"/>
                <a:gd name="connsiteX36" fmla="*/ 3774042 w 5443572"/>
                <a:gd name="connsiteY36" fmla="*/ 4390185 h 5093129"/>
                <a:gd name="connsiteX37" fmla="*/ 5443573 w 5443572"/>
                <a:gd name="connsiteY37" fmla="*/ 4390185 h 5093129"/>
                <a:gd name="connsiteX38" fmla="*/ 3191053 w 5443572"/>
                <a:gd name="connsiteY38" fmla="*/ 419011 h 5093129"/>
                <a:gd name="connsiteX39" fmla="*/ 3315359 w 5443572"/>
                <a:gd name="connsiteY39" fmla="*/ 294705 h 5093129"/>
                <a:gd name="connsiteX40" fmla="*/ 3401084 w 5443572"/>
                <a:gd name="connsiteY40" fmla="*/ 380430 h 5093129"/>
                <a:gd name="connsiteX41" fmla="*/ 3457878 w 5443572"/>
                <a:gd name="connsiteY41" fmla="*/ 350426 h 5093129"/>
                <a:gd name="connsiteX42" fmla="*/ 3538244 w 5443572"/>
                <a:gd name="connsiteY42" fmla="*/ 317208 h 5093129"/>
                <a:gd name="connsiteX43" fmla="*/ 3599319 w 5443572"/>
                <a:gd name="connsiteY43" fmla="*/ 297919 h 5093129"/>
                <a:gd name="connsiteX44" fmla="*/ 3599319 w 5443572"/>
                <a:gd name="connsiteY44" fmla="*/ 176836 h 5093129"/>
                <a:gd name="connsiteX45" fmla="*/ 3775061 w 5443572"/>
                <a:gd name="connsiteY45" fmla="*/ 176836 h 5093129"/>
                <a:gd name="connsiteX46" fmla="*/ 3775061 w 5443572"/>
                <a:gd name="connsiteY46" fmla="*/ 296851 h 5093129"/>
                <a:gd name="connsiteX47" fmla="*/ 3836146 w 5443572"/>
                <a:gd name="connsiteY47" fmla="*/ 316140 h 5093129"/>
                <a:gd name="connsiteX48" fmla="*/ 3916512 w 5443572"/>
                <a:gd name="connsiteY48" fmla="*/ 349358 h 5093129"/>
                <a:gd name="connsiteX49" fmla="*/ 3973306 w 5443572"/>
                <a:gd name="connsiteY49" fmla="*/ 379362 h 5093129"/>
                <a:gd name="connsiteX50" fmla="*/ 4059031 w 5443572"/>
                <a:gd name="connsiteY50" fmla="*/ 293637 h 5093129"/>
                <a:gd name="connsiteX51" fmla="*/ 4183337 w 5443572"/>
                <a:gd name="connsiteY51" fmla="*/ 417943 h 5093129"/>
                <a:gd name="connsiteX52" fmla="*/ 4097612 w 5443572"/>
                <a:gd name="connsiteY52" fmla="*/ 503668 h 5093129"/>
                <a:gd name="connsiteX53" fmla="*/ 4127611 w 5443572"/>
                <a:gd name="connsiteY53" fmla="*/ 560461 h 5093129"/>
                <a:gd name="connsiteX54" fmla="*/ 4160833 w 5443572"/>
                <a:gd name="connsiteY54" fmla="*/ 640828 h 5093129"/>
                <a:gd name="connsiteX55" fmla="*/ 4180124 w 5443572"/>
                <a:gd name="connsiteY55" fmla="*/ 701908 h 5093129"/>
                <a:gd name="connsiteX56" fmla="*/ 4301206 w 5443572"/>
                <a:gd name="connsiteY56" fmla="*/ 701908 h 5093129"/>
                <a:gd name="connsiteX57" fmla="*/ 4301206 w 5443572"/>
                <a:gd name="connsiteY57" fmla="*/ 877645 h 5093129"/>
                <a:gd name="connsiteX58" fmla="*/ 4180124 w 5443572"/>
                <a:gd name="connsiteY58" fmla="*/ 877645 h 5093129"/>
                <a:gd name="connsiteX59" fmla="*/ 4160833 w 5443572"/>
                <a:gd name="connsiteY59" fmla="*/ 938730 h 5093129"/>
                <a:gd name="connsiteX60" fmla="*/ 4127611 w 5443572"/>
                <a:gd name="connsiteY60" fmla="*/ 1019096 h 5093129"/>
                <a:gd name="connsiteX61" fmla="*/ 4097612 w 5443572"/>
                <a:gd name="connsiteY61" fmla="*/ 1075890 h 5093129"/>
                <a:gd name="connsiteX62" fmla="*/ 4183337 w 5443572"/>
                <a:gd name="connsiteY62" fmla="*/ 1161615 h 5093129"/>
                <a:gd name="connsiteX63" fmla="*/ 4059031 w 5443572"/>
                <a:gd name="connsiteY63" fmla="*/ 1285921 h 5093129"/>
                <a:gd name="connsiteX64" fmla="*/ 3973306 w 5443572"/>
                <a:gd name="connsiteY64" fmla="*/ 1200196 h 5093129"/>
                <a:gd name="connsiteX65" fmla="*/ 3916512 w 5443572"/>
                <a:gd name="connsiteY65" fmla="*/ 1230195 h 5093129"/>
                <a:gd name="connsiteX66" fmla="*/ 3836146 w 5443572"/>
                <a:gd name="connsiteY66" fmla="*/ 1263417 h 5093129"/>
                <a:gd name="connsiteX67" fmla="*/ 3775061 w 5443572"/>
                <a:gd name="connsiteY67" fmla="*/ 1282708 h 5093129"/>
                <a:gd name="connsiteX68" fmla="*/ 3775061 w 5443572"/>
                <a:gd name="connsiteY68" fmla="*/ 1403791 h 5093129"/>
                <a:gd name="connsiteX69" fmla="*/ 3599319 w 5443572"/>
                <a:gd name="connsiteY69" fmla="*/ 1403791 h 5093129"/>
                <a:gd name="connsiteX70" fmla="*/ 3599319 w 5443572"/>
                <a:gd name="connsiteY70" fmla="*/ 1282708 h 5093129"/>
                <a:gd name="connsiteX71" fmla="*/ 3538244 w 5443572"/>
                <a:gd name="connsiteY71" fmla="*/ 1263417 h 5093129"/>
                <a:gd name="connsiteX72" fmla="*/ 3457878 w 5443572"/>
                <a:gd name="connsiteY72" fmla="*/ 1230195 h 5093129"/>
                <a:gd name="connsiteX73" fmla="*/ 3401084 w 5443572"/>
                <a:gd name="connsiteY73" fmla="*/ 1200196 h 5093129"/>
                <a:gd name="connsiteX74" fmla="*/ 3315359 w 5443572"/>
                <a:gd name="connsiteY74" fmla="*/ 1285921 h 5093129"/>
                <a:gd name="connsiteX75" fmla="*/ 3191053 w 5443572"/>
                <a:gd name="connsiteY75" fmla="*/ 1161615 h 5093129"/>
                <a:gd name="connsiteX76" fmla="*/ 3276778 w 5443572"/>
                <a:gd name="connsiteY76" fmla="*/ 1075890 h 5093129"/>
                <a:gd name="connsiteX77" fmla="*/ 3246769 w 5443572"/>
                <a:gd name="connsiteY77" fmla="*/ 1019096 h 5093129"/>
                <a:gd name="connsiteX78" fmla="*/ 3213557 w 5443572"/>
                <a:gd name="connsiteY78" fmla="*/ 938730 h 5093129"/>
                <a:gd name="connsiteX79" fmla="*/ 3194266 w 5443572"/>
                <a:gd name="connsiteY79" fmla="*/ 877645 h 5093129"/>
                <a:gd name="connsiteX80" fmla="*/ 3073183 w 5443572"/>
                <a:gd name="connsiteY80" fmla="*/ 877645 h 5093129"/>
                <a:gd name="connsiteX81" fmla="*/ 3073183 w 5443572"/>
                <a:gd name="connsiteY81" fmla="*/ 702985 h 5093129"/>
                <a:gd name="connsiteX82" fmla="*/ 3193198 w 5443572"/>
                <a:gd name="connsiteY82" fmla="*/ 702985 h 5093129"/>
                <a:gd name="connsiteX83" fmla="*/ 3212489 w 5443572"/>
                <a:gd name="connsiteY83" fmla="*/ 641906 h 5093129"/>
                <a:gd name="connsiteX84" fmla="*/ 3245701 w 5443572"/>
                <a:gd name="connsiteY84" fmla="*/ 561539 h 5093129"/>
                <a:gd name="connsiteX85" fmla="*/ 3275710 w 5443572"/>
                <a:gd name="connsiteY85" fmla="*/ 504746 h 5093129"/>
                <a:gd name="connsiteX86" fmla="*/ 2897442 w 5443572"/>
                <a:gd name="connsiteY86" fmla="*/ 878713 h 5093129"/>
                <a:gd name="connsiteX87" fmla="*/ 2897442 w 5443572"/>
                <a:gd name="connsiteY87" fmla="*/ 907644 h 5093129"/>
                <a:gd name="connsiteX88" fmla="*/ 3044243 w 5443572"/>
                <a:gd name="connsiteY88" fmla="*/ 1054444 h 5093129"/>
                <a:gd name="connsiteX89" fmla="*/ 3051747 w 5443572"/>
                <a:gd name="connsiteY89" fmla="*/ 1054444 h 5093129"/>
                <a:gd name="connsiteX90" fmla="*/ 3046388 w 5443572"/>
                <a:gd name="connsiteY90" fmla="*/ 1059803 h 5093129"/>
                <a:gd name="connsiteX91" fmla="*/ 3003526 w 5443572"/>
                <a:gd name="connsiteY91" fmla="*/ 1163741 h 5093129"/>
                <a:gd name="connsiteX92" fmla="*/ 3046388 w 5443572"/>
                <a:gd name="connsiteY92" fmla="*/ 1267679 h 5093129"/>
                <a:gd name="connsiteX93" fmla="*/ 3212479 w 5443572"/>
                <a:gd name="connsiteY93" fmla="*/ 1433770 h 5093129"/>
                <a:gd name="connsiteX94" fmla="*/ 3419287 w 5443572"/>
                <a:gd name="connsiteY94" fmla="*/ 1433770 h 5093129"/>
                <a:gd name="connsiteX95" fmla="*/ 3424646 w 5443572"/>
                <a:gd name="connsiteY95" fmla="*/ 1428411 h 5093129"/>
                <a:gd name="connsiteX96" fmla="*/ 3424646 w 5443572"/>
                <a:gd name="connsiteY96" fmla="*/ 1435915 h 5093129"/>
                <a:gd name="connsiteX97" fmla="*/ 3571447 w 5443572"/>
                <a:gd name="connsiteY97" fmla="*/ 1582716 h 5093129"/>
                <a:gd name="connsiteX98" fmla="*/ 3805050 w 5443572"/>
                <a:gd name="connsiteY98" fmla="*/ 1582716 h 5093129"/>
                <a:gd name="connsiteX99" fmla="*/ 3951850 w 5443572"/>
                <a:gd name="connsiteY99" fmla="*/ 1435915 h 5093129"/>
                <a:gd name="connsiteX100" fmla="*/ 3951850 w 5443572"/>
                <a:gd name="connsiteY100" fmla="*/ 1428411 h 5093129"/>
                <a:gd name="connsiteX101" fmla="*/ 3957209 w 5443572"/>
                <a:gd name="connsiteY101" fmla="*/ 1433770 h 5093129"/>
                <a:gd name="connsiteX102" fmla="*/ 4164017 w 5443572"/>
                <a:gd name="connsiteY102" fmla="*/ 1433770 h 5093129"/>
                <a:gd name="connsiteX103" fmla="*/ 4329040 w 5443572"/>
                <a:gd name="connsiteY103" fmla="*/ 1268747 h 5093129"/>
                <a:gd name="connsiteX104" fmla="*/ 4371903 w 5443572"/>
                <a:gd name="connsiteY104" fmla="*/ 1164809 h 5093129"/>
                <a:gd name="connsiteX105" fmla="*/ 4329040 w 5443572"/>
                <a:gd name="connsiteY105" fmla="*/ 1060871 h 5093129"/>
                <a:gd name="connsiteX106" fmla="*/ 4323681 w 5443572"/>
                <a:gd name="connsiteY106" fmla="*/ 1055512 h 5093129"/>
                <a:gd name="connsiteX107" fmla="*/ 4331176 w 5443572"/>
                <a:gd name="connsiteY107" fmla="*/ 1055512 h 5093129"/>
                <a:gd name="connsiteX108" fmla="*/ 4477977 w 5443572"/>
                <a:gd name="connsiteY108" fmla="*/ 908711 h 5093129"/>
                <a:gd name="connsiteX109" fmla="*/ 4477977 w 5443572"/>
                <a:gd name="connsiteY109" fmla="*/ 879780 h 5093129"/>
                <a:gd name="connsiteX110" fmla="*/ 5267715 w 5443572"/>
                <a:gd name="connsiteY110" fmla="*/ 879780 h 5093129"/>
                <a:gd name="connsiteX111" fmla="*/ 5267715 w 5443572"/>
                <a:gd name="connsiteY111" fmla="*/ 3513645 h 5093129"/>
                <a:gd name="connsiteX112" fmla="*/ 175651 w 5443572"/>
                <a:gd name="connsiteY112" fmla="*/ 3513645 h 5093129"/>
                <a:gd name="connsiteX113" fmla="*/ 175651 w 5443572"/>
                <a:gd name="connsiteY113" fmla="*/ 878703 h 5093129"/>
                <a:gd name="connsiteX114" fmla="*/ 175698 w 5443572"/>
                <a:gd name="connsiteY114" fmla="*/ 4215522 h 5093129"/>
                <a:gd name="connsiteX115" fmla="*/ 175698 w 5443572"/>
                <a:gd name="connsiteY115" fmla="*/ 3688318 h 5093129"/>
                <a:gd name="connsiteX116" fmla="*/ 5267763 w 5443572"/>
                <a:gd name="connsiteY116" fmla="*/ 3688318 h 5093129"/>
                <a:gd name="connsiteX117" fmla="*/ 5267763 w 5443572"/>
                <a:gd name="connsiteY117" fmla="*/ 4215522 h 5093129"/>
                <a:gd name="connsiteX118" fmla="*/ 3599310 w 5443572"/>
                <a:gd name="connsiteY118" fmla="*/ 4917399 h 5093129"/>
                <a:gd name="connsiteX119" fmla="*/ 1844054 w 5443572"/>
                <a:gd name="connsiteY119" fmla="*/ 4917399 h 5093129"/>
                <a:gd name="connsiteX120" fmla="*/ 1844054 w 5443572"/>
                <a:gd name="connsiteY120" fmla="*/ 4390195 h 5093129"/>
                <a:gd name="connsiteX121" fmla="*/ 3600387 w 5443572"/>
                <a:gd name="connsiteY121" fmla="*/ 4390195 h 5093129"/>
                <a:gd name="connsiteX122" fmla="*/ 3600387 w 5443572"/>
                <a:gd name="connsiteY122" fmla="*/ 4917399 h 5093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43572" h="5093129">
                  <a:moveTo>
                    <a:pt x="5443514" y="4391263"/>
                  </a:moveTo>
                  <a:lnTo>
                    <a:pt x="5443514" y="702932"/>
                  </a:lnTo>
                  <a:lnTo>
                    <a:pt x="4478035" y="702932"/>
                  </a:lnTo>
                  <a:lnTo>
                    <a:pt x="4478035" y="674000"/>
                  </a:lnTo>
                  <a:cubicBezTo>
                    <a:pt x="4478035" y="593633"/>
                    <a:pt x="4412669" y="527200"/>
                    <a:pt x="4331235" y="527200"/>
                  </a:cubicBezTo>
                  <a:lnTo>
                    <a:pt x="4322662" y="527200"/>
                  </a:lnTo>
                  <a:lnTo>
                    <a:pt x="4329089" y="521842"/>
                  </a:lnTo>
                  <a:cubicBezTo>
                    <a:pt x="4356952" y="493981"/>
                    <a:pt x="4371952" y="457548"/>
                    <a:pt x="4371952" y="417904"/>
                  </a:cubicBezTo>
                  <a:cubicBezTo>
                    <a:pt x="4371952" y="378260"/>
                    <a:pt x="4356952" y="341823"/>
                    <a:pt x="4329089" y="313966"/>
                  </a:cubicBezTo>
                  <a:lnTo>
                    <a:pt x="4164066" y="148943"/>
                  </a:lnTo>
                  <a:cubicBezTo>
                    <a:pt x="4108350" y="93222"/>
                    <a:pt x="4011907" y="93222"/>
                    <a:pt x="3957258" y="148943"/>
                  </a:cubicBezTo>
                  <a:lnTo>
                    <a:pt x="3951899" y="154301"/>
                  </a:lnTo>
                  <a:lnTo>
                    <a:pt x="3951899" y="146800"/>
                  </a:lnTo>
                  <a:cubicBezTo>
                    <a:pt x="3951899" y="66433"/>
                    <a:pt x="3886533" y="0"/>
                    <a:pt x="3805099" y="0"/>
                  </a:cubicBezTo>
                  <a:lnTo>
                    <a:pt x="3571496" y="0"/>
                  </a:lnTo>
                  <a:cubicBezTo>
                    <a:pt x="3491130" y="0"/>
                    <a:pt x="3424695" y="65366"/>
                    <a:pt x="3424695" y="146800"/>
                  </a:cubicBezTo>
                  <a:lnTo>
                    <a:pt x="3424695" y="154301"/>
                  </a:lnTo>
                  <a:lnTo>
                    <a:pt x="3419336" y="148943"/>
                  </a:lnTo>
                  <a:cubicBezTo>
                    <a:pt x="3391483" y="121082"/>
                    <a:pt x="3355047" y="106081"/>
                    <a:pt x="3316466" y="106081"/>
                  </a:cubicBezTo>
                  <a:cubicBezTo>
                    <a:pt x="3277895" y="106081"/>
                    <a:pt x="3240391" y="121082"/>
                    <a:pt x="3212528" y="148943"/>
                  </a:cubicBezTo>
                  <a:lnTo>
                    <a:pt x="3046437" y="313966"/>
                  </a:lnTo>
                  <a:cubicBezTo>
                    <a:pt x="3018584" y="341827"/>
                    <a:pt x="3003575" y="378260"/>
                    <a:pt x="3003575" y="417904"/>
                  </a:cubicBezTo>
                  <a:cubicBezTo>
                    <a:pt x="3003575" y="457548"/>
                    <a:pt x="3018584" y="493985"/>
                    <a:pt x="3046437" y="521842"/>
                  </a:cubicBezTo>
                  <a:lnTo>
                    <a:pt x="3051796" y="527200"/>
                  </a:lnTo>
                  <a:lnTo>
                    <a:pt x="3043224" y="527200"/>
                  </a:lnTo>
                  <a:cubicBezTo>
                    <a:pt x="2962858" y="527200"/>
                    <a:pt x="2896423" y="592565"/>
                    <a:pt x="2896423" y="674000"/>
                  </a:cubicBezTo>
                  <a:lnTo>
                    <a:pt x="2896423" y="702932"/>
                  </a:lnTo>
                  <a:lnTo>
                    <a:pt x="0" y="702932"/>
                  </a:lnTo>
                  <a:lnTo>
                    <a:pt x="0" y="4390185"/>
                  </a:lnTo>
                  <a:lnTo>
                    <a:pt x="1668450" y="4390185"/>
                  </a:lnTo>
                  <a:lnTo>
                    <a:pt x="1668450" y="4917389"/>
                  </a:lnTo>
                  <a:lnTo>
                    <a:pt x="965505" y="4917389"/>
                  </a:lnTo>
                  <a:lnTo>
                    <a:pt x="965505" y="5093130"/>
                  </a:lnTo>
                  <a:lnTo>
                    <a:pt x="4475919" y="5093130"/>
                  </a:lnTo>
                  <a:lnTo>
                    <a:pt x="4475919" y="4917389"/>
                  </a:lnTo>
                  <a:lnTo>
                    <a:pt x="3774042" y="4917389"/>
                  </a:lnTo>
                  <a:lnTo>
                    <a:pt x="3774042" y="4390185"/>
                  </a:lnTo>
                  <a:lnTo>
                    <a:pt x="5443573" y="4390185"/>
                  </a:lnTo>
                  <a:close/>
                  <a:moveTo>
                    <a:pt x="3191053" y="419011"/>
                  </a:moveTo>
                  <a:lnTo>
                    <a:pt x="3315359" y="294705"/>
                  </a:lnTo>
                  <a:lnTo>
                    <a:pt x="3401084" y="380430"/>
                  </a:lnTo>
                  <a:lnTo>
                    <a:pt x="3457878" y="350426"/>
                  </a:lnTo>
                  <a:cubicBezTo>
                    <a:pt x="3484663" y="336496"/>
                    <a:pt x="3511459" y="324709"/>
                    <a:pt x="3538244" y="317208"/>
                  </a:cubicBezTo>
                  <a:lnTo>
                    <a:pt x="3599319" y="297919"/>
                  </a:lnTo>
                  <a:lnTo>
                    <a:pt x="3599319" y="176836"/>
                  </a:lnTo>
                  <a:lnTo>
                    <a:pt x="3775061" y="176836"/>
                  </a:lnTo>
                  <a:lnTo>
                    <a:pt x="3775061" y="296851"/>
                  </a:lnTo>
                  <a:lnTo>
                    <a:pt x="3836146" y="316140"/>
                  </a:lnTo>
                  <a:cubicBezTo>
                    <a:pt x="3862931" y="324713"/>
                    <a:pt x="3889726" y="335429"/>
                    <a:pt x="3916512" y="349358"/>
                  </a:cubicBezTo>
                  <a:lnTo>
                    <a:pt x="3973306" y="379362"/>
                  </a:lnTo>
                  <a:lnTo>
                    <a:pt x="4059031" y="293637"/>
                  </a:lnTo>
                  <a:lnTo>
                    <a:pt x="4183337" y="417943"/>
                  </a:lnTo>
                  <a:lnTo>
                    <a:pt x="4097612" y="503668"/>
                  </a:lnTo>
                  <a:lnTo>
                    <a:pt x="4127611" y="560461"/>
                  </a:lnTo>
                  <a:cubicBezTo>
                    <a:pt x="4141542" y="587251"/>
                    <a:pt x="4153328" y="614040"/>
                    <a:pt x="4160833" y="640828"/>
                  </a:cubicBezTo>
                  <a:lnTo>
                    <a:pt x="4180124" y="701908"/>
                  </a:lnTo>
                  <a:lnTo>
                    <a:pt x="4301206" y="701908"/>
                  </a:lnTo>
                  <a:lnTo>
                    <a:pt x="4301206" y="877645"/>
                  </a:lnTo>
                  <a:lnTo>
                    <a:pt x="4180124" y="877645"/>
                  </a:lnTo>
                  <a:lnTo>
                    <a:pt x="4160833" y="938730"/>
                  </a:lnTo>
                  <a:cubicBezTo>
                    <a:pt x="4152260" y="965515"/>
                    <a:pt x="4141542" y="992310"/>
                    <a:pt x="4127611" y="1019096"/>
                  </a:cubicBezTo>
                  <a:lnTo>
                    <a:pt x="4097612" y="1075890"/>
                  </a:lnTo>
                  <a:lnTo>
                    <a:pt x="4183337" y="1161615"/>
                  </a:lnTo>
                  <a:lnTo>
                    <a:pt x="4059031" y="1285921"/>
                  </a:lnTo>
                  <a:lnTo>
                    <a:pt x="3973306" y="1200196"/>
                  </a:lnTo>
                  <a:lnTo>
                    <a:pt x="3916512" y="1230195"/>
                  </a:lnTo>
                  <a:cubicBezTo>
                    <a:pt x="3889726" y="1244127"/>
                    <a:pt x="3862931" y="1255912"/>
                    <a:pt x="3836146" y="1263417"/>
                  </a:cubicBezTo>
                  <a:lnTo>
                    <a:pt x="3775061" y="1282708"/>
                  </a:lnTo>
                  <a:lnTo>
                    <a:pt x="3775061" y="1403791"/>
                  </a:lnTo>
                  <a:lnTo>
                    <a:pt x="3599319" y="1403791"/>
                  </a:lnTo>
                  <a:lnTo>
                    <a:pt x="3599319" y="1282708"/>
                  </a:lnTo>
                  <a:lnTo>
                    <a:pt x="3538244" y="1263417"/>
                  </a:lnTo>
                  <a:cubicBezTo>
                    <a:pt x="3511459" y="1254845"/>
                    <a:pt x="3484663" y="1244127"/>
                    <a:pt x="3457878" y="1230195"/>
                  </a:cubicBezTo>
                  <a:lnTo>
                    <a:pt x="3401084" y="1200196"/>
                  </a:lnTo>
                  <a:lnTo>
                    <a:pt x="3315359" y="1285921"/>
                  </a:lnTo>
                  <a:lnTo>
                    <a:pt x="3191053" y="1161615"/>
                  </a:lnTo>
                  <a:lnTo>
                    <a:pt x="3276778" y="1075890"/>
                  </a:lnTo>
                  <a:lnTo>
                    <a:pt x="3246769" y="1019096"/>
                  </a:lnTo>
                  <a:cubicBezTo>
                    <a:pt x="3232847" y="992310"/>
                    <a:pt x="3221052" y="965515"/>
                    <a:pt x="3213557" y="938730"/>
                  </a:cubicBezTo>
                  <a:lnTo>
                    <a:pt x="3194266" y="877645"/>
                  </a:lnTo>
                  <a:lnTo>
                    <a:pt x="3073183" y="877645"/>
                  </a:lnTo>
                  <a:lnTo>
                    <a:pt x="3073183" y="702985"/>
                  </a:lnTo>
                  <a:lnTo>
                    <a:pt x="3193198" y="702985"/>
                  </a:lnTo>
                  <a:lnTo>
                    <a:pt x="3212489" y="641906"/>
                  </a:lnTo>
                  <a:cubicBezTo>
                    <a:pt x="3221062" y="615117"/>
                    <a:pt x="3231780" y="588327"/>
                    <a:pt x="3245701" y="561539"/>
                  </a:cubicBezTo>
                  <a:lnTo>
                    <a:pt x="3275710" y="504746"/>
                  </a:lnTo>
                  <a:close/>
                  <a:moveTo>
                    <a:pt x="2897442" y="878713"/>
                  </a:moveTo>
                  <a:lnTo>
                    <a:pt x="2897442" y="907644"/>
                  </a:lnTo>
                  <a:cubicBezTo>
                    <a:pt x="2897442" y="988010"/>
                    <a:pt x="2962809" y="1054444"/>
                    <a:pt x="3044243" y="1054444"/>
                  </a:cubicBezTo>
                  <a:lnTo>
                    <a:pt x="3051747" y="1054444"/>
                  </a:lnTo>
                  <a:lnTo>
                    <a:pt x="3046388" y="1059803"/>
                  </a:lnTo>
                  <a:cubicBezTo>
                    <a:pt x="3018525" y="1087666"/>
                    <a:pt x="3003526" y="1124092"/>
                    <a:pt x="3003526" y="1163741"/>
                  </a:cubicBezTo>
                  <a:cubicBezTo>
                    <a:pt x="3003526" y="1203380"/>
                    <a:pt x="3018525" y="1239826"/>
                    <a:pt x="3046388" y="1267679"/>
                  </a:cubicBezTo>
                  <a:lnTo>
                    <a:pt x="3212479" y="1433770"/>
                  </a:lnTo>
                  <a:cubicBezTo>
                    <a:pt x="3268196" y="1488418"/>
                    <a:pt x="3364639" y="1488418"/>
                    <a:pt x="3419287" y="1433770"/>
                  </a:cubicBezTo>
                  <a:lnTo>
                    <a:pt x="3424646" y="1428411"/>
                  </a:lnTo>
                  <a:lnTo>
                    <a:pt x="3424646" y="1435915"/>
                  </a:lnTo>
                  <a:cubicBezTo>
                    <a:pt x="3424646" y="1516281"/>
                    <a:pt x="3490013" y="1582716"/>
                    <a:pt x="3571447" y="1582716"/>
                  </a:cubicBezTo>
                  <a:lnTo>
                    <a:pt x="3805050" y="1582716"/>
                  </a:lnTo>
                  <a:cubicBezTo>
                    <a:pt x="3885416" y="1582716"/>
                    <a:pt x="3951850" y="1517349"/>
                    <a:pt x="3951850" y="1435915"/>
                  </a:cubicBezTo>
                  <a:lnTo>
                    <a:pt x="3951850" y="1428411"/>
                  </a:lnTo>
                  <a:lnTo>
                    <a:pt x="3957209" y="1433770"/>
                  </a:lnTo>
                  <a:cubicBezTo>
                    <a:pt x="4012926" y="1489486"/>
                    <a:pt x="4109369" y="1489486"/>
                    <a:pt x="4164017" y="1433770"/>
                  </a:cubicBezTo>
                  <a:lnTo>
                    <a:pt x="4329040" y="1268747"/>
                  </a:lnTo>
                  <a:cubicBezTo>
                    <a:pt x="4356894" y="1240884"/>
                    <a:pt x="4371903" y="1204448"/>
                    <a:pt x="4371903" y="1164809"/>
                  </a:cubicBezTo>
                  <a:cubicBezTo>
                    <a:pt x="4371903" y="1126228"/>
                    <a:pt x="4356894" y="1088724"/>
                    <a:pt x="4329040" y="1060871"/>
                  </a:cubicBezTo>
                  <a:lnTo>
                    <a:pt x="4323681" y="1055512"/>
                  </a:lnTo>
                  <a:lnTo>
                    <a:pt x="4331176" y="1055512"/>
                  </a:lnTo>
                  <a:cubicBezTo>
                    <a:pt x="4411542" y="1055512"/>
                    <a:pt x="4477977" y="990145"/>
                    <a:pt x="4477977" y="908711"/>
                  </a:cubicBezTo>
                  <a:lnTo>
                    <a:pt x="4477977" y="879780"/>
                  </a:lnTo>
                  <a:lnTo>
                    <a:pt x="5267715" y="879780"/>
                  </a:lnTo>
                  <a:lnTo>
                    <a:pt x="5267715" y="3513645"/>
                  </a:lnTo>
                  <a:lnTo>
                    <a:pt x="175651" y="3513645"/>
                  </a:lnTo>
                  <a:lnTo>
                    <a:pt x="175651" y="878703"/>
                  </a:lnTo>
                  <a:close/>
                  <a:moveTo>
                    <a:pt x="175698" y="4215522"/>
                  </a:moveTo>
                  <a:lnTo>
                    <a:pt x="175698" y="3688318"/>
                  </a:lnTo>
                  <a:lnTo>
                    <a:pt x="5267763" y="3688318"/>
                  </a:lnTo>
                  <a:lnTo>
                    <a:pt x="5267763" y="4215522"/>
                  </a:lnTo>
                  <a:close/>
                  <a:moveTo>
                    <a:pt x="3599310" y="4917399"/>
                  </a:moveTo>
                  <a:lnTo>
                    <a:pt x="1844054" y="4917399"/>
                  </a:lnTo>
                  <a:lnTo>
                    <a:pt x="1844054" y="4390195"/>
                  </a:lnTo>
                  <a:lnTo>
                    <a:pt x="3600387" y="4390195"/>
                  </a:lnTo>
                  <a:lnTo>
                    <a:pt x="3600387" y="4917399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FA00131-9B86-822C-B2B3-79BED62B05F1}"/>
                </a:ext>
              </a:extLst>
            </p:cNvPr>
            <p:cNvSpPr/>
            <p:nvPr/>
          </p:nvSpPr>
          <p:spPr>
            <a:xfrm>
              <a:off x="-3580233" y="4383088"/>
              <a:ext cx="175735" cy="175734"/>
            </a:xfrm>
            <a:custGeom>
              <a:avLst/>
              <a:gdLst>
                <a:gd name="connsiteX0" fmla="*/ 0 w 175741"/>
                <a:gd name="connsiteY0" fmla="*/ 0 h 175741"/>
                <a:gd name="connsiteX1" fmla="*/ 175741 w 175741"/>
                <a:gd name="connsiteY1" fmla="*/ 0 h 175741"/>
                <a:gd name="connsiteX2" fmla="*/ 175741 w 175741"/>
                <a:gd name="connsiteY2" fmla="*/ 175741 h 175741"/>
                <a:gd name="connsiteX3" fmla="*/ 0 w 175741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741" h="175741">
                  <a:moveTo>
                    <a:pt x="0" y="0"/>
                  </a:moveTo>
                  <a:lnTo>
                    <a:pt x="175741" y="0"/>
                  </a:lnTo>
                  <a:lnTo>
                    <a:pt x="175741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9D7C284-3842-0C1E-9C26-04CD87946225}"/>
                </a:ext>
              </a:extLst>
            </p:cNvPr>
            <p:cNvSpPr/>
            <p:nvPr/>
          </p:nvSpPr>
          <p:spPr>
            <a:xfrm>
              <a:off x="-3228705" y="4383088"/>
              <a:ext cx="175735" cy="175734"/>
            </a:xfrm>
            <a:custGeom>
              <a:avLst/>
              <a:gdLst>
                <a:gd name="connsiteX0" fmla="*/ 0 w 175741"/>
                <a:gd name="connsiteY0" fmla="*/ 0 h 175741"/>
                <a:gd name="connsiteX1" fmla="*/ 175741 w 175741"/>
                <a:gd name="connsiteY1" fmla="*/ 0 h 175741"/>
                <a:gd name="connsiteX2" fmla="*/ 175741 w 175741"/>
                <a:gd name="connsiteY2" fmla="*/ 175741 h 175741"/>
                <a:gd name="connsiteX3" fmla="*/ 0 w 175741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741" h="175741">
                  <a:moveTo>
                    <a:pt x="0" y="0"/>
                  </a:moveTo>
                  <a:lnTo>
                    <a:pt x="175741" y="0"/>
                  </a:lnTo>
                  <a:lnTo>
                    <a:pt x="175741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DFC98F1-4EB7-6998-D77D-49F4EA4F8210}"/>
                </a:ext>
              </a:extLst>
            </p:cNvPr>
            <p:cNvSpPr/>
            <p:nvPr/>
          </p:nvSpPr>
          <p:spPr>
            <a:xfrm>
              <a:off x="-3931658" y="4383088"/>
              <a:ext cx="175735" cy="175734"/>
            </a:xfrm>
            <a:custGeom>
              <a:avLst/>
              <a:gdLst>
                <a:gd name="connsiteX0" fmla="*/ 0 w 175741"/>
                <a:gd name="connsiteY0" fmla="*/ 0 h 175741"/>
                <a:gd name="connsiteX1" fmla="*/ 175741 w 175741"/>
                <a:gd name="connsiteY1" fmla="*/ 0 h 175741"/>
                <a:gd name="connsiteX2" fmla="*/ 175741 w 175741"/>
                <a:gd name="connsiteY2" fmla="*/ 175741 h 175741"/>
                <a:gd name="connsiteX3" fmla="*/ 0 w 175741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741" h="175741">
                  <a:moveTo>
                    <a:pt x="0" y="0"/>
                  </a:moveTo>
                  <a:lnTo>
                    <a:pt x="175741" y="0"/>
                  </a:lnTo>
                  <a:lnTo>
                    <a:pt x="175741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09D6766-DD08-8DC9-FEB0-8113B1523336}"/>
                </a:ext>
              </a:extLst>
            </p:cNvPr>
            <p:cNvSpPr/>
            <p:nvPr/>
          </p:nvSpPr>
          <p:spPr>
            <a:xfrm>
              <a:off x="-5774801" y="1661340"/>
              <a:ext cx="615071" cy="175734"/>
            </a:xfrm>
            <a:custGeom>
              <a:avLst/>
              <a:gdLst>
                <a:gd name="connsiteX0" fmla="*/ 0 w 615074"/>
                <a:gd name="connsiteY0" fmla="*/ 0 h 175741"/>
                <a:gd name="connsiteX1" fmla="*/ 615075 w 615074"/>
                <a:gd name="connsiteY1" fmla="*/ 0 h 175741"/>
                <a:gd name="connsiteX2" fmla="*/ 615075 w 615074"/>
                <a:gd name="connsiteY2" fmla="*/ 175741 h 175741"/>
                <a:gd name="connsiteX3" fmla="*/ 0 w 615074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074" h="175741">
                  <a:moveTo>
                    <a:pt x="0" y="0"/>
                  </a:moveTo>
                  <a:lnTo>
                    <a:pt x="615075" y="0"/>
                  </a:lnTo>
                  <a:lnTo>
                    <a:pt x="615075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632B3D1-C75E-9EF2-B39C-61E0D33E166F}"/>
                </a:ext>
              </a:extLst>
            </p:cNvPr>
            <p:cNvSpPr/>
            <p:nvPr/>
          </p:nvSpPr>
          <p:spPr>
            <a:xfrm>
              <a:off x="-5774801" y="2012764"/>
              <a:ext cx="351469" cy="175734"/>
            </a:xfrm>
            <a:custGeom>
              <a:avLst/>
              <a:gdLst>
                <a:gd name="connsiteX0" fmla="*/ 0 w 351472"/>
                <a:gd name="connsiteY0" fmla="*/ 0 h 175741"/>
                <a:gd name="connsiteX1" fmla="*/ 351473 w 351472"/>
                <a:gd name="connsiteY1" fmla="*/ 0 h 175741"/>
                <a:gd name="connsiteX2" fmla="*/ 351473 w 351472"/>
                <a:gd name="connsiteY2" fmla="*/ 175741 h 175741"/>
                <a:gd name="connsiteX3" fmla="*/ 0 w 351472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472" h="175741">
                  <a:moveTo>
                    <a:pt x="0" y="0"/>
                  </a:moveTo>
                  <a:lnTo>
                    <a:pt x="351473" y="0"/>
                  </a:lnTo>
                  <a:lnTo>
                    <a:pt x="351473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BCAD94F-0C2B-D6F5-925A-965CE5C7E096}"/>
                </a:ext>
              </a:extLst>
            </p:cNvPr>
            <p:cNvSpPr/>
            <p:nvPr/>
          </p:nvSpPr>
          <p:spPr>
            <a:xfrm>
              <a:off x="-1911782" y="3593342"/>
              <a:ext cx="615071" cy="175734"/>
            </a:xfrm>
            <a:custGeom>
              <a:avLst/>
              <a:gdLst>
                <a:gd name="connsiteX0" fmla="*/ 0 w 615074"/>
                <a:gd name="connsiteY0" fmla="*/ 0 h 175741"/>
                <a:gd name="connsiteX1" fmla="*/ 615075 w 615074"/>
                <a:gd name="connsiteY1" fmla="*/ 0 h 175741"/>
                <a:gd name="connsiteX2" fmla="*/ 615075 w 615074"/>
                <a:gd name="connsiteY2" fmla="*/ 175741 h 175741"/>
                <a:gd name="connsiteX3" fmla="*/ 0 w 615074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074" h="175741">
                  <a:moveTo>
                    <a:pt x="0" y="0"/>
                  </a:moveTo>
                  <a:lnTo>
                    <a:pt x="615075" y="0"/>
                  </a:lnTo>
                  <a:lnTo>
                    <a:pt x="615075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9A4E6D1-BA4D-397B-F69A-6EF955F23A79}"/>
                </a:ext>
              </a:extLst>
            </p:cNvPr>
            <p:cNvSpPr/>
            <p:nvPr/>
          </p:nvSpPr>
          <p:spPr>
            <a:xfrm>
              <a:off x="-1648239" y="3241918"/>
              <a:ext cx="351469" cy="175734"/>
            </a:xfrm>
            <a:custGeom>
              <a:avLst/>
              <a:gdLst>
                <a:gd name="connsiteX0" fmla="*/ 0 w 351472"/>
                <a:gd name="connsiteY0" fmla="*/ 0 h 175741"/>
                <a:gd name="connsiteX1" fmla="*/ 351473 w 351472"/>
                <a:gd name="connsiteY1" fmla="*/ 0 h 175741"/>
                <a:gd name="connsiteX2" fmla="*/ 351473 w 351472"/>
                <a:gd name="connsiteY2" fmla="*/ 175741 h 175741"/>
                <a:gd name="connsiteX3" fmla="*/ 0 w 351472"/>
                <a:gd name="connsiteY3" fmla="*/ 175741 h 17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472" h="175741">
                  <a:moveTo>
                    <a:pt x="0" y="0"/>
                  </a:moveTo>
                  <a:lnTo>
                    <a:pt x="351473" y="0"/>
                  </a:lnTo>
                  <a:lnTo>
                    <a:pt x="351473" y="175741"/>
                  </a:lnTo>
                  <a:lnTo>
                    <a:pt x="0" y="175741"/>
                  </a:ln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8" name="Graphic 28">
            <a:extLst>
              <a:ext uri="{FF2B5EF4-FFF2-40B4-BE49-F238E27FC236}">
                <a16:creationId xmlns:a16="http://schemas.microsoft.com/office/drawing/2014/main" id="{1D65944C-7392-12E0-F82A-FFD730CDE8D4}"/>
              </a:ext>
            </a:extLst>
          </p:cNvPr>
          <p:cNvSpPr/>
          <p:nvPr/>
        </p:nvSpPr>
        <p:spPr>
          <a:xfrm rot="5400000" flipH="1">
            <a:off x="6706903" y="1057899"/>
            <a:ext cx="283245" cy="594605"/>
          </a:xfrm>
          <a:custGeom>
            <a:avLst/>
            <a:gdLst>
              <a:gd name="connsiteX0" fmla="*/ 0 w 126274"/>
              <a:gd name="connsiteY0" fmla="*/ 0 h 265080"/>
              <a:gd name="connsiteX1" fmla="*/ 0 w 126274"/>
              <a:gd name="connsiteY1" fmla="*/ 265081 h 265080"/>
              <a:gd name="connsiteX2" fmla="*/ 126274 w 126274"/>
              <a:gd name="connsiteY2" fmla="*/ 132588 h 265080"/>
              <a:gd name="connsiteX3" fmla="*/ 0 w 126274"/>
              <a:gd name="connsiteY3" fmla="*/ 0 h 26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4" h="265080">
                <a:moveTo>
                  <a:pt x="0" y="0"/>
                </a:moveTo>
                <a:lnTo>
                  <a:pt x="0" y="265081"/>
                </a:lnTo>
                <a:cubicBezTo>
                  <a:pt x="69704" y="265081"/>
                  <a:pt x="126224" y="205777"/>
                  <a:pt x="126274" y="132588"/>
                </a:cubicBezTo>
                <a:cubicBezTo>
                  <a:pt x="126274" y="59362"/>
                  <a:pt x="69739" y="0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884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D1E84C-1653-1A66-6D24-16D7DD713786}"/>
              </a:ext>
            </a:extLst>
          </p:cNvPr>
          <p:cNvGrpSpPr/>
          <p:nvPr/>
        </p:nvGrpSpPr>
        <p:grpSpPr>
          <a:xfrm>
            <a:off x="6651061" y="865449"/>
            <a:ext cx="402344" cy="402340"/>
            <a:chOff x="-10027036" y="698640"/>
            <a:chExt cx="4389159" cy="4389099"/>
          </a:xfrm>
          <a:solidFill>
            <a:schemeClr val="tx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C57BF1F-6A2C-F87A-7B12-B0DA5DC2A758}"/>
                </a:ext>
              </a:extLst>
            </p:cNvPr>
            <p:cNvSpPr/>
            <p:nvPr/>
          </p:nvSpPr>
          <p:spPr>
            <a:xfrm>
              <a:off x="-8939063" y="1786612"/>
              <a:ext cx="2206120" cy="2206120"/>
            </a:xfrm>
            <a:custGeom>
              <a:avLst/>
              <a:gdLst>
                <a:gd name="connsiteX0" fmla="*/ 1103060 w 2206120"/>
                <a:gd name="connsiteY0" fmla="*/ 2206121 h 2206120"/>
                <a:gd name="connsiteX1" fmla="*/ 2206121 w 2206120"/>
                <a:gd name="connsiteY1" fmla="*/ 1103060 h 2206120"/>
                <a:gd name="connsiteX2" fmla="*/ 1103060 w 2206120"/>
                <a:gd name="connsiteY2" fmla="*/ 0 h 2206120"/>
                <a:gd name="connsiteX3" fmla="*/ 0 w 2206120"/>
                <a:gd name="connsiteY3" fmla="*/ 1103060 h 2206120"/>
                <a:gd name="connsiteX4" fmla="*/ 1103060 w 2206120"/>
                <a:gd name="connsiteY4" fmla="*/ 2206121 h 2206120"/>
                <a:gd name="connsiteX5" fmla="*/ 495863 w 2206120"/>
                <a:gd name="connsiteY5" fmla="*/ 1887449 h 2206120"/>
                <a:gd name="connsiteX6" fmla="*/ 926251 w 2206120"/>
                <a:gd name="connsiteY6" fmla="*/ 1316648 h 2206120"/>
                <a:gd name="connsiteX7" fmla="*/ 964862 w 2206120"/>
                <a:gd name="connsiteY7" fmla="*/ 1269729 h 2206120"/>
                <a:gd name="connsiteX8" fmla="*/ 936509 w 2206120"/>
                <a:gd name="connsiteY8" fmla="*/ 1216002 h 2206120"/>
                <a:gd name="connsiteX9" fmla="*/ 739919 w 2206120"/>
                <a:gd name="connsiteY9" fmla="*/ 885309 h 2206120"/>
                <a:gd name="connsiteX10" fmla="*/ 1116149 w 2206120"/>
                <a:gd name="connsiteY10" fmla="*/ 509079 h 2206120"/>
                <a:gd name="connsiteX11" fmla="*/ 1492379 w 2206120"/>
                <a:gd name="connsiteY11" fmla="*/ 885309 h 2206120"/>
                <a:gd name="connsiteX12" fmla="*/ 1286375 w 2206120"/>
                <a:gd name="connsiteY12" fmla="*/ 1220557 h 2206120"/>
                <a:gd name="connsiteX13" fmla="*/ 1256562 w 2206120"/>
                <a:gd name="connsiteY13" fmla="*/ 1273560 h 2206120"/>
                <a:gd name="connsiteX14" fmla="*/ 1294026 w 2206120"/>
                <a:gd name="connsiteY14" fmla="*/ 1321507 h 2206120"/>
                <a:gd name="connsiteX15" fmla="*/ 1710209 w 2206120"/>
                <a:gd name="connsiteY15" fmla="*/ 1887449 h 2206120"/>
                <a:gd name="connsiteX16" fmla="*/ 1103011 w 2206120"/>
                <a:gd name="connsiteY16" fmla="*/ 2096403 h 2206120"/>
                <a:gd name="connsiteX17" fmla="*/ 495853 w 2206120"/>
                <a:gd name="connsiteY17" fmla="*/ 1887449 h 2206120"/>
                <a:gd name="connsiteX18" fmla="*/ 1103060 w 2206120"/>
                <a:gd name="connsiteY18" fmla="*/ 109757 h 2206120"/>
                <a:gd name="connsiteX19" fmla="*/ 2096393 w 2206120"/>
                <a:gd name="connsiteY19" fmla="*/ 1103090 h 2206120"/>
                <a:gd name="connsiteX20" fmla="*/ 1813236 w 2206120"/>
                <a:gd name="connsiteY20" fmla="*/ 1796198 h 2206120"/>
                <a:gd name="connsiteX21" fmla="*/ 1427434 w 2206120"/>
                <a:gd name="connsiteY21" fmla="*/ 1258355 h 2206120"/>
                <a:gd name="connsiteX22" fmla="*/ 1602215 w 2206120"/>
                <a:gd name="connsiteY22" fmla="*/ 885299 h 2206120"/>
                <a:gd name="connsiteX23" fmla="*/ 1116257 w 2206120"/>
                <a:gd name="connsiteY23" fmla="*/ 399341 h 2206120"/>
                <a:gd name="connsiteX24" fmla="*/ 630299 w 2206120"/>
                <a:gd name="connsiteY24" fmla="*/ 885299 h 2206120"/>
                <a:gd name="connsiteX25" fmla="*/ 794979 w 2206120"/>
                <a:gd name="connsiteY25" fmla="*/ 1249939 h 2206120"/>
                <a:gd name="connsiteX26" fmla="*/ 392954 w 2206120"/>
                <a:gd name="connsiteY26" fmla="*/ 1796169 h 2206120"/>
                <a:gd name="connsiteX27" fmla="*/ 109836 w 2206120"/>
                <a:gd name="connsiteY27" fmla="*/ 1103100 h 2206120"/>
                <a:gd name="connsiteX28" fmla="*/ 1103070 w 2206120"/>
                <a:gd name="connsiteY28" fmla="*/ 109767 h 220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06120" h="2206120">
                  <a:moveTo>
                    <a:pt x="1103060" y="2206121"/>
                  </a:moveTo>
                  <a:cubicBezTo>
                    <a:pt x="1711247" y="2206121"/>
                    <a:pt x="2206121" y="1711326"/>
                    <a:pt x="2206121" y="1103060"/>
                  </a:cubicBezTo>
                  <a:cubicBezTo>
                    <a:pt x="2206121" y="494795"/>
                    <a:pt x="1711286" y="0"/>
                    <a:pt x="1103060" y="0"/>
                  </a:cubicBezTo>
                  <a:cubicBezTo>
                    <a:pt x="494834" y="0"/>
                    <a:pt x="0" y="494795"/>
                    <a:pt x="0" y="1103060"/>
                  </a:cubicBezTo>
                  <a:cubicBezTo>
                    <a:pt x="0" y="1711326"/>
                    <a:pt x="494834" y="2206121"/>
                    <a:pt x="1103060" y="2206121"/>
                  </a:cubicBezTo>
                  <a:close/>
                  <a:moveTo>
                    <a:pt x="495863" y="1887449"/>
                  </a:moveTo>
                  <a:cubicBezTo>
                    <a:pt x="500340" y="1622505"/>
                    <a:pt x="671986" y="1393918"/>
                    <a:pt x="926251" y="1316648"/>
                  </a:cubicBezTo>
                  <a:cubicBezTo>
                    <a:pt x="947413" y="1310221"/>
                    <a:pt x="962648" y="1291734"/>
                    <a:pt x="964862" y="1269729"/>
                  </a:cubicBezTo>
                  <a:cubicBezTo>
                    <a:pt x="967125" y="1247725"/>
                    <a:pt x="955946" y="1226563"/>
                    <a:pt x="936509" y="1216002"/>
                  </a:cubicBezTo>
                  <a:cubicBezTo>
                    <a:pt x="815230" y="1149979"/>
                    <a:pt x="739919" y="1023272"/>
                    <a:pt x="739919" y="885309"/>
                  </a:cubicBezTo>
                  <a:cubicBezTo>
                    <a:pt x="739919" y="677845"/>
                    <a:pt x="908695" y="509079"/>
                    <a:pt x="1116149" y="509079"/>
                  </a:cubicBezTo>
                  <a:cubicBezTo>
                    <a:pt x="1323604" y="509079"/>
                    <a:pt x="1492379" y="677845"/>
                    <a:pt x="1492379" y="885309"/>
                  </a:cubicBezTo>
                  <a:cubicBezTo>
                    <a:pt x="1492379" y="1027319"/>
                    <a:pt x="1413424" y="1155828"/>
                    <a:pt x="1286375" y="1220557"/>
                  </a:cubicBezTo>
                  <a:cubicBezTo>
                    <a:pt x="1266624" y="1230580"/>
                    <a:pt x="1254877" y="1251477"/>
                    <a:pt x="1256562" y="1273560"/>
                  </a:cubicBezTo>
                  <a:cubicBezTo>
                    <a:pt x="1258208" y="1295643"/>
                    <a:pt x="1273021" y="1314542"/>
                    <a:pt x="1294026" y="1321507"/>
                  </a:cubicBezTo>
                  <a:cubicBezTo>
                    <a:pt x="1539836" y="1402912"/>
                    <a:pt x="1705771" y="1629539"/>
                    <a:pt x="1710209" y="1887449"/>
                  </a:cubicBezTo>
                  <a:cubicBezTo>
                    <a:pt x="1542090" y="2017869"/>
                    <a:pt x="1331794" y="2096403"/>
                    <a:pt x="1103011" y="2096403"/>
                  </a:cubicBezTo>
                  <a:cubicBezTo>
                    <a:pt x="874307" y="2096403"/>
                    <a:pt x="663982" y="2017878"/>
                    <a:pt x="495853" y="1887449"/>
                  </a:cubicBezTo>
                  <a:close/>
                  <a:moveTo>
                    <a:pt x="1103060" y="109757"/>
                  </a:moveTo>
                  <a:cubicBezTo>
                    <a:pt x="1650779" y="109757"/>
                    <a:pt x="2096393" y="555371"/>
                    <a:pt x="2096393" y="1103090"/>
                  </a:cubicBezTo>
                  <a:cubicBezTo>
                    <a:pt x="2096393" y="1372629"/>
                    <a:pt x="1988124" y="1617058"/>
                    <a:pt x="1813236" y="1796198"/>
                  </a:cubicBezTo>
                  <a:cubicBezTo>
                    <a:pt x="1780249" y="1564584"/>
                    <a:pt x="1636162" y="1363821"/>
                    <a:pt x="1427434" y="1258355"/>
                  </a:cubicBezTo>
                  <a:cubicBezTo>
                    <a:pt x="1537191" y="1167232"/>
                    <a:pt x="1602215" y="1031874"/>
                    <a:pt x="1602215" y="885299"/>
                  </a:cubicBezTo>
                  <a:cubicBezTo>
                    <a:pt x="1602215" y="617367"/>
                    <a:pt x="1384189" y="399341"/>
                    <a:pt x="1116257" y="399341"/>
                  </a:cubicBezTo>
                  <a:cubicBezTo>
                    <a:pt x="848325" y="399341"/>
                    <a:pt x="630299" y="617367"/>
                    <a:pt x="630299" y="885299"/>
                  </a:cubicBezTo>
                  <a:cubicBezTo>
                    <a:pt x="630299" y="1026633"/>
                    <a:pt x="691531" y="1158816"/>
                    <a:pt x="794979" y="1249939"/>
                  </a:cubicBezTo>
                  <a:cubicBezTo>
                    <a:pt x="576875" y="1352809"/>
                    <a:pt x="426519" y="1557060"/>
                    <a:pt x="392954" y="1796169"/>
                  </a:cubicBezTo>
                  <a:cubicBezTo>
                    <a:pt x="218094" y="1617028"/>
                    <a:pt x="109836" y="1372599"/>
                    <a:pt x="109836" y="1103100"/>
                  </a:cubicBezTo>
                  <a:cubicBezTo>
                    <a:pt x="109797" y="555420"/>
                    <a:pt x="555410" y="109767"/>
                    <a:pt x="1103070" y="10976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6D428A8-8025-71D0-7AF7-C395B5264442}"/>
                </a:ext>
              </a:extLst>
            </p:cNvPr>
            <p:cNvSpPr/>
            <p:nvPr/>
          </p:nvSpPr>
          <p:spPr>
            <a:xfrm>
              <a:off x="-8181783" y="698640"/>
              <a:ext cx="698575" cy="695283"/>
            </a:xfrm>
            <a:custGeom>
              <a:avLst/>
              <a:gdLst>
                <a:gd name="connsiteX0" fmla="*/ 698575 w 698575"/>
                <a:gd name="connsiteY0" fmla="*/ 347681 h 695283"/>
                <a:gd name="connsiteX1" fmla="*/ 349288 w 698575"/>
                <a:gd name="connsiteY1" fmla="*/ 0 h 695283"/>
                <a:gd name="connsiteX2" fmla="*/ 0 w 698575"/>
                <a:gd name="connsiteY2" fmla="*/ 347681 h 695283"/>
                <a:gd name="connsiteX3" fmla="*/ 349288 w 698575"/>
                <a:gd name="connsiteY3" fmla="*/ 695284 h 695283"/>
                <a:gd name="connsiteX4" fmla="*/ 698575 w 698575"/>
                <a:gd name="connsiteY4" fmla="*/ 347681 h 695283"/>
                <a:gd name="connsiteX5" fmla="*/ 109718 w 698575"/>
                <a:gd name="connsiteY5" fmla="*/ 347681 h 695283"/>
                <a:gd name="connsiteX6" fmla="*/ 349288 w 698575"/>
                <a:gd name="connsiteY6" fmla="*/ 109718 h 695283"/>
                <a:gd name="connsiteX7" fmla="*/ 588857 w 698575"/>
                <a:gd name="connsiteY7" fmla="*/ 347642 h 695283"/>
                <a:gd name="connsiteX8" fmla="*/ 349288 w 698575"/>
                <a:gd name="connsiteY8" fmla="*/ 585526 h 695283"/>
                <a:gd name="connsiteX9" fmla="*/ 109718 w 698575"/>
                <a:gd name="connsiteY9" fmla="*/ 347681 h 69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8575" h="695283">
                  <a:moveTo>
                    <a:pt x="698575" y="347681"/>
                  </a:moveTo>
                  <a:cubicBezTo>
                    <a:pt x="698575" y="155951"/>
                    <a:pt x="541899" y="0"/>
                    <a:pt x="349288" y="0"/>
                  </a:cubicBezTo>
                  <a:cubicBezTo>
                    <a:pt x="156676" y="0"/>
                    <a:pt x="0" y="155951"/>
                    <a:pt x="0" y="347681"/>
                  </a:cubicBezTo>
                  <a:cubicBezTo>
                    <a:pt x="0" y="539333"/>
                    <a:pt x="156676" y="695284"/>
                    <a:pt x="349288" y="695284"/>
                  </a:cubicBezTo>
                  <a:cubicBezTo>
                    <a:pt x="541899" y="695284"/>
                    <a:pt x="698575" y="539294"/>
                    <a:pt x="698575" y="347681"/>
                  </a:cubicBezTo>
                  <a:close/>
                  <a:moveTo>
                    <a:pt x="109718" y="347681"/>
                  </a:moveTo>
                  <a:cubicBezTo>
                    <a:pt x="109718" y="216448"/>
                    <a:pt x="217183" y="109718"/>
                    <a:pt x="349288" y="109718"/>
                  </a:cubicBezTo>
                  <a:cubicBezTo>
                    <a:pt x="481392" y="109718"/>
                    <a:pt x="588857" y="216458"/>
                    <a:pt x="588857" y="347642"/>
                  </a:cubicBezTo>
                  <a:cubicBezTo>
                    <a:pt x="588857" y="478796"/>
                    <a:pt x="481392" y="585526"/>
                    <a:pt x="349288" y="585526"/>
                  </a:cubicBezTo>
                  <a:cubicBezTo>
                    <a:pt x="217183" y="585565"/>
                    <a:pt x="109718" y="478826"/>
                    <a:pt x="109718" y="34768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1DB44C8-BCB7-C1F9-C162-C21D76BC95B8}"/>
                </a:ext>
              </a:extLst>
            </p:cNvPr>
            <p:cNvSpPr/>
            <p:nvPr/>
          </p:nvSpPr>
          <p:spPr>
            <a:xfrm>
              <a:off x="-9486940" y="1238756"/>
              <a:ext cx="696932" cy="696939"/>
            </a:xfrm>
            <a:custGeom>
              <a:avLst/>
              <a:gdLst>
                <a:gd name="connsiteX0" fmla="*/ 350171 w 696932"/>
                <a:gd name="connsiteY0" fmla="*/ 0 h 696939"/>
                <a:gd name="connsiteX1" fmla="*/ 349142 w 696932"/>
                <a:gd name="connsiteY1" fmla="*/ 0 h 696939"/>
                <a:gd name="connsiteX2" fmla="*/ 102646 w 696932"/>
                <a:gd name="connsiteY2" fmla="*/ 102645 h 696939"/>
                <a:gd name="connsiteX3" fmla="*/ 2 w 696932"/>
                <a:gd name="connsiteY3" fmla="*/ 349141 h 696939"/>
                <a:gd name="connsiteX4" fmla="*/ 101490 w 696932"/>
                <a:gd name="connsiteY4" fmla="*/ 595451 h 696939"/>
                <a:gd name="connsiteX5" fmla="*/ 346762 w 696932"/>
                <a:gd name="connsiteY5" fmla="*/ 696939 h 696939"/>
                <a:gd name="connsiteX6" fmla="*/ 347790 w 696932"/>
                <a:gd name="connsiteY6" fmla="*/ 696939 h 696939"/>
                <a:gd name="connsiteX7" fmla="*/ 594286 w 696932"/>
                <a:gd name="connsiteY7" fmla="*/ 594295 h 696939"/>
                <a:gd name="connsiteX8" fmla="*/ 696931 w 696932"/>
                <a:gd name="connsiteY8" fmla="*/ 347799 h 696939"/>
                <a:gd name="connsiteX9" fmla="*/ 595442 w 696932"/>
                <a:gd name="connsiteY9" fmla="*/ 101489 h 696939"/>
                <a:gd name="connsiteX10" fmla="*/ 350171 w 696932"/>
                <a:gd name="connsiteY10" fmla="*/ 0 h 696939"/>
                <a:gd name="connsiteX11" fmla="*/ 516722 w 696932"/>
                <a:gd name="connsiteY11" fmla="*/ 516721 h 696939"/>
                <a:gd name="connsiteX12" fmla="*/ 179103 w 696932"/>
                <a:gd name="connsiteY12" fmla="*/ 517906 h 696939"/>
                <a:gd name="connsiteX13" fmla="*/ 109759 w 696932"/>
                <a:gd name="connsiteY13" fmla="*/ 349445 h 696939"/>
                <a:gd name="connsiteX14" fmla="*/ 180249 w 696932"/>
                <a:gd name="connsiteY14" fmla="*/ 180248 h 696939"/>
                <a:gd name="connsiteX15" fmla="*/ 350171 w 696932"/>
                <a:gd name="connsiteY15" fmla="*/ 109836 h 696939"/>
                <a:gd name="connsiteX16" fmla="*/ 517908 w 696932"/>
                <a:gd name="connsiteY16" fmla="*/ 179062 h 696939"/>
                <a:gd name="connsiteX17" fmla="*/ 587252 w 696932"/>
                <a:gd name="connsiteY17" fmla="*/ 347524 h 696939"/>
                <a:gd name="connsiteX18" fmla="*/ 516722 w 696932"/>
                <a:gd name="connsiteY18" fmla="*/ 516721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350171" y="0"/>
                  </a:moveTo>
                  <a:lnTo>
                    <a:pt x="349142" y="0"/>
                  </a:lnTo>
                  <a:cubicBezTo>
                    <a:pt x="256138" y="265"/>
                    <a:pt x="168581" y="36700"/>
                    <a:pt x="102646" y="102645"/>
                  </a:cubicBezTo>
                  <a:cubicBezTo>
                    <a:pt x="36711" y="168589"/>
                    <a:pt x="276" y="256107"/>
                    <a:pt x="2" y="349141"/>
                  </a:cubicBezTo>
                  <a:cubicBezTo>
                    <a:pt x="-273" y="442253"/>
                    <a:pt x="35781" y="529741"/>
                    <a:pt x="101490" y="595451"/>
                  </a:cubicBezTo>
                  <a:cubicBezTo>
                    <a:pt x="166964" y="660935"/>
                    <a:pt x="254032" y="696939"/>
                    <a:pt x="346762" y="696939"/>
                  </a:cubicBezTo>
                  <a:lnTo>
                    <a:pt x="347790" y="696939"/>
                  </a:lnTo>
                  <a:cubicBezTo>
                    <a:pt x="440785" y="696675"/>
                    <a:pt x="528352" y="660239"/>
                    <a:pt x="594286" y="594295"/>
                  </a:cubicBezTo>
                  <a:cubicBezTo>
                    <a:pt x="660231" y="528389"/>
                    <a:pt x="696696" y="440832"/>
                    <a:pt x="696931" y="347799"/>
                  </a:cubicBezTo>
                  <a:cubicBezTo>
                    <a:pt x="697196" y="254687"/>
                    <a:pt x="661152" y="167198"/>
                    <a:pt x="595442" y="101489"/>
                  </a:cubicBezTo>
                  <a:cubicBezTo>
                    <a:pt x="529998" y="36005"/>
                    <a:pt x="442940" y="0"/>
                    <a:pt x="350171" y="0"/>
                  </a:cubicBezTo>
                  <a:close/>
                  <a:moveTo>
                    <a:pt x="516722" y="516721"/>
                  </a:moveTo>
                  <a:cubicBezTo>
                    <a:pt x="423267" y="610176"/>
                    <a:pt x="271833" y="610597"/>
                    <a:pt x="179103" y="517906"/>
                  </a:cubicBezTo>
                  <a:cubicBezTo>
                    <a:pt x="134213" y="473016"/>
                    <a:pt x="109563" y="413194"/>
                    <a:pt x="109759" y="349445"/>
                  </a:cubicBezTo>
                  <a:cubicBezTo>
                    <a:pt x="109945" y="285645"/>
                    <a:pt x="134977" y="225530"/>
                    <a:pt x="180249" y="180248"/>
                  </a:cubicBezTo>
                  <a:cubicBezTo>
                    <a:pt x="227168" y="133329"/>
                    <a:pt x="288743" y="109836"/>
                    <a:pt x="350171" y="109836"/>
                  </a:cubicBezTo>
                  <a:cubicBezTo>
                    <a:pt x="411021" y="109836"/>
                    <a:pt x="471754" y="132869"/>
                    <a:pt x="517908" y="179062"/>
                  </a:cubicBezTo>
                  <a:cubicBezTo>
                    <a:pt x="562798" y="223953"/>
                    <a:pt x="587409" y="283774"/>
                    <a:pt x="587252" y="347524"/>
                  </a:cubicBezTo>
                  <a:cubicBezTo>
                    <a:pt x="587066" y="411323"/>
                    <a:pt x="562034" y="471439"/>
                    <a:pt x="516722" y="51672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D196DA-59CB-B4A1-8527-00D81FE73E5F}"/>
                </a:ext>
              </a:extLst>
            </p:cNvPr>
            <p:cNvSpPr/>
            <p:nvPr/>
          </p:nvSpPr>
          <p:spPr>
            <a:xfrm>
              <a:off x="-10027036" y="2543912"/>
              <a:ext cx="695283" cy="698575"/>
            </a:xfrm>
            <a:custGeom>
              <a:avLst/>
              <a:gdLst>
                <a:gd name="connsiteX0" fmla="*/ 0 w 695283"/>
                <a:gd name="connsiteY0" fmla="*/ 349288 h 698575"/>
                <a:gd name="connsiteX1" fmla="*/ 347642 w 695283"/>
                <a:gd name="connsiteY1" fmla="*/ 698576 h 698575"/>
                <a:gd name="connsiteX2" fmla="*/ 695284 w 695283"/>
                <a:gd name="connsiteY2" fmla="*/ 349288 h 698575"/>
                <a:gd name="connsiteX3" fmla="*/ 347603 w 695283"/>
                <a:gd name="connsiteY3" fmla="*/ 0 h 698575"/>
                <a:gd name="connsiteX4" fmla="*/ 0 w 695283"/>
                <a:gd name="connsiteY4" fmla="*/ 349288 h 698575"/>
                <a:gd name="connsiteX5" fmla="*/ 585575 w 695283"/>
                <a:gd name="connsiteY5" fmla="*/ 349288 h 698575"/>
                <a:gd name="connsiteX6" fmla="*/ 347652 w 695283"/>
                <a:gd name="connsiteY6" fmla="*/ 588818 h 698575"/>
                <a:gd name="connsiteX7" fmla="*/ 109728 w 695283"/>
                <a:gd name="connsiteY7" fmla="*/ 349288 h 698575"/>
                <a:gd name="connsiteX8" fmla="*/ 347652 w 695283"/>
                <a:gd name="connsiteY8" fmla="*/ 109757 h 698575"/>
                <a:gd name="connsiteX9" fmla="*/ 585575 w 695283"/>
                <a:gd name="connsiteY9" fmla="*/ 349288 h 69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283" h="698575">
                  <a:moveTo>
                    <a:pt x="0" y="349288"/>
                  </a:moveTo>
                  <a:cubicBezTo>
                    <a:pt x="0" y="541900"/>
                    <a:pt x="155951" y="698576"/>
                    <a:pt x="347642" y="698576"/>
                  </a:cubicBezTo>
                  <a:cubicBezTo>
                    <a:pt x="539333" y="698576"/>
                    <a:pt x="695284" y="541900"/>
                    <a:pt x="695284" y="349288"/>
                  </a:cubicBezTo>
                  <a:cubicBezTo>
                    <a:pt x="695284" y="156676"/>
                    <a:pt x="539333" y="0"/>
                    <a:pt x="347603" y="0"/>
                  </a:cubicBezTo>
                  <a:cubicBezTo>
                    <a:pt x="155951" y="0"/>
                    <a:pt x="0" y="156676"/>
                    <a:pt x="0" y="349288"/>
                  </a:cubicBezTo>
                  <a:close/>
                  <a:moveTo>
                    <a:pt x="585575" y="349288"/>
                  </a:moveTo>
                  <a:cubicBezTo>
                    <a:pt x="585575" y="481353"/>
                    <a:pt x="478835" y="588818"/>
                    <a:pt x="347652" y="588818"/>
                  </a:cubicBezTo>
                  <a:cubicBezTo>
                    <a:pt x="216468" y="588818"/>
                    <a:pt x="109728" y="481353"/>
                    <a:pt x="109728" y="349288"/>
                  </a:cubicBezTo>
                  <a:cubicBezTo>
                    <a:pt x="109728" y="217222"/>
                    <a:pt x="216468" y="109757"/>
                    <a:pt x="347652" y="109757"/>
                  </a:cubicBezTo>
                  <a:cubicBezTo>
                    <a:pt x="478835" y="109757"/>
                    <a:pt x="585575" y="217222"/>
                    <a:pt x="585575" y="34928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AB8B1C-1E30-33B3-C1AB-DC8E07694CE9}"/>
                </a:ext>
              </a:extLst>
            </p:cNvPr>
            <p:cNvSpPr/>
            <p:nvPr/>
          </p:nvSpPr>
          <p:spPr>
            <a:xfrm>
              <a:off x="-9486852" y="3850674"/>
              <a:ext cx="696932" cy="696939"/>
            </a:xfrm>
            <a:custGeom>
              <a:avLst/>
              <a:gdLst>
                <a:gd name="connsiteX0" fmla="*/ 102607 w 696932"/>
                <a:gd name="connsiteY0" fmla="*/ 594295 h 696939"/>
                <a:gd name="connsiteX1" fmla="*/ 349103 w 696932"/>
                <a:gd name="connsiteY1" fmla="*/ 696939 h 696939"/>
                <a:gd name="connsiteX2" fmla="*/ 350132 w 696932"/>
                <a:gd name="connsiteY2" fmla="*/ 696939 h 696939"/>
                <a:gd name="connsiteX3" fmla="*/ 595443 w 696932"/>
                <a:gd name="connsiteY3" fmla="*/ 595451 h 696939"/>
                <a:gd name="connsiteX4" fmla="*/ 696931 w 696932"/>
                <a:gd name="connsiteY4" fmla="*/ 349141 h 696939"/>
                <a:gd name="connsiteX5" fmla="*/ 594287 w 696932"/>
                <a:gd name="connsiteY5" fmla="*/ 102645 h 696939"/>
                <a:gd name="connsiteX6" fmla="*/ 347790 w 696932"/>
                <a:gd name="connsiteY6" fmla="*/ 0 h 696939"/>
                <a:gd name="connsiteX7" fmla="*/ 346762 w 696932"/>
                <a:gd name="connsiteY7" fmla="*/ 0 h 696939"/>
                <a:gd name="connsiteX8" fmla="*/ 101490 w 696932"/>
                <a:gd name="connsiteY8" fmla="*/ 101488 h 696939"/>
                <a:gd name="connsiteX9" fmla="*/ 2 w 696932"/>
                <a:gd name="connsiteY9" fmla="*/ 347799 h 696939"/>
                <a:gd name="connsiteX10" fmla="*/ 102607 w 696932"/>
                <a:gd name="connsiteY10" fmla="*/ 594295 h 696939"/>
                <a:gd name="connsiteX11" fmla="*/ 179035 w 696932"/>
                <a:gd name="connsiteY11" fmla="*/ 179062 h 696939"/>
                <a:gd name="connsiteX12" fmla="*/ 346771 w 696932"/>
                <a:gd name="connsiteY12" fmla="*/ 109836 h 696939"/>
                <a:gd name="connsiteX13" fmla="*/ 516654 w 696932"/>
                <a:gd name="connsiteY13" fmla="*/ 180248 h 696939"/>
                <a:gd name="connsiteX14" fmla="*/ 587144 w 696932"/>
                <a:gd name="connsiteY14" fmla="*/ 349444 h 696939"/>
                <a:gd name="connsiteX15" fmla="*/ 517800 w 696932"/>
                <a:gd name="connsiteY15" fmla="*/ 517906 h 696939"/>
                <a:gd name="connsiteX16" fmla="*/ 180142 w 696932"/>
                <a:gd name="connsiteY16" fmla="*/ 516721 h 696939"/>
                <a:gd name="connsiteX17" fmla="*/ 109651 w 696932"/>
                <a:gd name="connsiteY17" fmla="*/ 347524 h 696939"/>
                <a:gd name="connsiteX18" fmla="*/ 179035 w 696932"/>
                <a:gd name="connsiteY18" fmla="*/ 179062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102607" y="594295"/>
                  </a:moveTo>
                  <a:cubicBezTo>
                    <a:pt x="168542" y="660239"/>
                    <a:pt x="256070" y="696665"/>
                    <a:pt x="349103" y="696939"/>
                  </a:cubicBezTo>
                  <a:lnTo>
                    <a:pt x="350132" y="696939"/>
                  </a:lnTo>
                  <a:cubicBezTo>
                    <a:pt x="442901" y="696939"/>
                    <a:pt x="529998" y="660925"/>
                    <a:pt x="595443" y="595451"/>
                  </a:cubicBezTo>
                  <a:cubicBezTo>
                    <a:pt x="661152" y="529780"/>
                    <a:pt x="697205" y="442253"/>
                    <a:pt x="696931" y="349141"/>
                  </a:cubicBezTo>
                  <a:cubicBezTo>
                    <a:pt x="696706" y="256068"/>
                    <a:pt x="660231" y="168540"/>
                    <a:pt x="594287" y="102645"/>
                  </a:cubicBezTo>
                  <a:cubicBezTo>
                    <a:pt x="528352" y="36710"/>
                    <a:pt x="440824" y="274"/>
                    <a:pt x="347790" y="0"/>
                  </a:cubicBezTo>
                  <a:lnTo>
                    <a:pt x="346762" y="0"/>
                  </a:lnTo>
                  <a:cubicBezTo>
                    <a:pt x="254032" y="0"/>
                    <a:pt x="166935" y="36014"/>
                    <a:pt x="101490" y="101488"/>
                  </a:cubicBezTo>
                  <a:cubicBezTo>
                    <a:pt x="35781" y="167159"/>
                    <a:pt x="-273" y="254687"/>
                    <a:pt x="2" y="347799"/>
                  </a:cubicBezTo>
                  <a:cubicBezTo>
                    <a:pt x="198" y="440871"/>
                    <a:pt x="36663" y="528360"/>
                    <a:pt x="102607" y="594295"/>
                  </a:cubicBezTo>
                  <a:close/>
                  <a:moveTo>
                    <a:pt x="179035" y="179062"/>
                  </a:moveTo>
                  <a:cubicBezTo>
                    <a:pt x="225228" y="132869"/>
                    <a:pt x="285882" y="109836"/>
                    <a:pt x="346771" y="109836"/>
                  </a:cubicBezTo>
                  <a:cubicBezTo>
                    <a:pt x="408151" y="109836"/>
                    <a:pt x="469775" y="133290"/>
                    <a:pt x="516654" y="180248"/>
                  </a:cubicBezTo>
                  <a:cubicBezTo>
                    <a:pt x="561966" y="225520"/>
                    <a:pt x="586988" y="285645"/>
                    <a:pt x="587144" y="349444"/>
                  </a:cubicBezTo>
                  <a:cubicBezTo>
                    <a:pt x="587340" y="413204"/>
                    <a:pt x="562730" y="472976"/>
                    <a:pt x="517800" y="517906"/>
                  </a:cubicBezTo>
                  <a:cubicBezTo>
                    <a:pt x="424992" y="610715"/>
                    <a:pt x="273558" y="610176"/>
                    <a:pt x="180142" y="516721"/>
                  </a:cubicBezTo>
                  <a:cubicBezTo>
                    <a:pt x="134869" y="471448"/>
                    <a:pt x="109798" y="411323"/>
                    <a:pt x="109651" y="347524"/>
                  </a:cubicBezTo>
                  <a:cubicBezTo>
                    <a:pt x="109495" y="283764"/>
                    <a:pt x="134144" y="223953"/>
                    <a:pt x="179035" y="179062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601FD27-E918-365D-B859-B07C5D30CCC2}"/>
                </a:ext>
              </a:extLst>
            </p:cNvPr>
            <p:cNvSpPr/>
            <p:nvPr/>
          </p:nvSpPr>
          <p:spPr>
            <a:xfrm>
              <a:off x="-8181783" y="4392456"/>
              <a:ext cx="698575" cy="695283"/>
            </a:xfrm>
            <a:custGeom>
              <a:avLst/>
              <a:gdLst>
                <a:gd name="connsiteX0" fmla="*/ 698575 w 698575"/>
                <a:gd name="connsiteY0" fmla="*/ 347603 h 695283"/>
                <a:gd name="connsiteX1" fmla="*/ 349288 w 698575"/>
                <a:gd name="connsiteY1" fmla="*/ 0 h 695283"/>
                <a:gd name="connsiteX2" fmla="*/ 0 w 698575"/>
                <a:gd name="connsiteY2" fmla="*/ 347603 h 695283"/>
                <a:gd name="connsiteX3" fmla="*/ 349288 w 698575"/>
                <a:gd name="connsiteY3" fmla="*/ 695284 h 695283"/>
                <a:gd name="connsiteX4" fmla="*/ 698575 w 698575"/>
                <a:gd name="connsiteY4" fmla="*/ 347603 h 695283"/>
                <a:gd name="connsiteX5" fmla="*/ 109718 w 698575"/>
                <a:gd name="connsiteY5" fmla="*/ 347603 h 695283"/>
                <a:gd name="connsiteX6" fmla="*/ 349288 w 698575"/>
                <a:gd name="connsiteY6" fmla="*/ 109718 h 695283"/>
                <a:gd name="connsiteX7" fmla="*/ 588857 w 698575"/>
                <a:gd name="connsiteY7" fmla="*/ 347603 h 695283"/>
                <a:gd name="connsiteX8" fmla="*/ 349288 w 698575"/>
                <a:gd name="connsiteY8" fmla="*/ 585566 h 695283"/>
                <a:gd name="connsiteX9" fmla="*/ 109718 w 698575"/>
                <a:gd name="connsiteY9" fmla="*/ 347603 h 69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8575" h="695283">
                  <a:moveTo>
                    <a:pt x="698575" y="347603"/>
                  </a:moveTo>
                  <a:cubicBezTo>
                    <a:pt x="698575" y="155951"/>
                    <a:pt x="541899" y="0"/>
                    <a:pt x="349288" y="0"/>
                  </a:cubicBezTo>
                  <a:cubicBezTo>
                    <a:pt x="156676" y="0"/>
                    <a:pt x="0" y="155951"/>
                    <a:pt x="0" y="347603"/>
                  </a:cubicBezTo>
                  <a:cubicBezTo>
                    <a:pt x="0" y="539333"/>
                    <a:pt x="156676" y="695284"/>
                    <a:pt x="349288" y="695284"/>
                  </a:cubicBezTo>
                  <a:cubicBezTo>
                    <a:pt x="541899" y="695284"/>
                    <a:pt x="698575" y="539333"/>
                    <a:pt x="698575" y="347603"/>
                  </a:cubicBezTo>
                  <a:close/>
                  <a:moveTo>
                    <a:pt x="109718" y="347603"/>
                  </a:moveTo>
                  <a:cubicBezTo>
                    <a:pt x="109718" y="216448"/>
                    <a:pt x="217183" y="109718"/>
                    <a:pt x="349288" y="109718"/>
                  </a:cubicBezTo>
                  <a:cubicBezTo>
                    <a:pt x="481392" y="109718"/>
                    <a:pt x="588857" y="216458"/>
                    <a:pt x="588857" y="347603"/>
                  </a:cubicBezTo>
                  <a:cubicBezTo>
                    <a:pt x="588857" y="478835"/>
                    <a:pt x="481392" y="585566"/>
                    <a:pt x="349288" y="585566"/>
                  </a:cubicBezTo>
                  <a:cubicBezTo>
                    <a:pt x="217183" y="585566"/>
                    <a:pt x="109718" y="478826"/>
                    <a:pt x="109718" y="347603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2E76CC-3404-E1D7-74AD-BA8F17CACD39}"/>
                </a:ext>
              </a:extLst>
            </p:cNvPr>
            <p:cNvSpPr/>
            <p:nvPr/>
          </p:nvSpPr>
          <p:spPr>
            <a:xfrm>
              <a:off x="-6874973" y="3850674"/>
              <a:ext cx="696971" cy="696939"/>
            </a:xfrm>
            <a:custGeom>
              <a:avLst/>
              <a:gdLst>
                <a:gd name="connsiteX0" fmla="*/ 349142 w 696971"/>
                <a:gd name="connsiteY0" fmla="*/ 0 h 696939"/>
                <a:gd name="connsiteX1" fmla="*/ 102646 w 696971"/>
                <a:gd name="connsiteY1" fmla="*/ 102645 h 696939"/>
                <a:gd name="connsiteX2" fmla="*/ 1 w 696971"/>
                <a:gd name="connsiteY2" fmla="*/ 349141 h 696939"/>
                <a:gd name="connsiteX3" fmla="*/ 101490 w 696971"/>
                <a:gd name="connsiteY3" fmla="*/ 595451 h 696939"/>
                <a:gd name="connsiteX4" fmla="*/ 346801 w 696971"/>
                <a:gd name="connsiteY4" fmla="*/ 696939 h 696939"/>
                <a:gd name="connsiteX5" fmla="*/ 347829 w 696971"/>
                <a:gd name="connsiteY5" fmla="*/ 696939 h 696939"/>
                <a:gd name="connsiteX6" fmla="*/ 594325 w 696971"/>
                <a:gd name="connsiteY6" fmla="*/ 594295 h 696939"/>
                <a:gd name="connsiteX7" fmla="*/ 696970 w 696971"/>
                <a:gd name="connsiteY7" fmla="*/ 347799 h 696939"/>
                <a:gd name="connsiteX8" fmla="*/ 595482 w 696971"/>
                <a:gd name="connsiteY8" fmla="*/ 101488 h 696939"/>
                <a:gd name="connsiteX9" fmla="*/ 350210 w 696971"/>
                <a:gd name="connsiteY9" fmla="*/ 0 h 696939"/>
                <a:gd name="connsiteX10" fmla="*/ 349142 w 696971"/>
                <a:gd name="connsiteY10" fmla="*/ 0 h 696939"/>
                <a:gd name="connsiteX11" fmla="*/ 587183 w 696971"/>
                <a:gd name="connsiteY11" fmla="*/ 347534 h 696939"/>
                <a:gd name="connsiteX12" fmla="*/ 516693 w 696971"/>
                <a:gd name="connsiteY12" fmla="*/ 516731 h 696939"/>
                <a:gd name="connsiteX13" fmla="*/ 179034 w 696971"/>
                <a:gd name="connsiteY13" fmla="*/ 517916 h 696939"/>
                <a:gd name="connsiteX14" fmla="*/ 109690 w 696971"/>
                <a:gd name="connsiteY14" fmla="*/ 349454 h 696939"/>
                <a:gd name="connsiteX15" fmla="*/ 180181 w 696971"/>
                <a:gd name="connsiteY15" fmla="*/ 180258 h 696939"/>
                <a:gd name="connsiteX16" fmla="*/ 350063 w 696971"/>
                <a:gd name="connsiteY16" fmla="*/ 109845 h 696939"/>
                <a:gd name="connsiteX17" fmla="*/ 517800 w 696971"/>
                <a:gd name="connsiteY17" fmla="*/ 179072 h 696939"/>
                <a:gd name="connsiteX18" fmla="*/ 587183 w 696971"/>
                <a:gd name="connsiteY18" fmla="*/ 347534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71" h="696939">
                  <a:moveTo>
                    <a:pt x="349142" y="0"/>
                  </a:moveTo>
                  <a:cubicBezTo>
                    <a:pt x="256148" y="264"/>
                    <a:pt x="168581" y="36700"/>
                    <a:pt x="102646" y="102645"/>
                  </a:cubicBezTo>
                  <a:cubicBezTo>
                    <a:pt x="36702" y="168550"/>
                    <a:pt x="236" y="256107"/>
                    <a:pt x="1" y="349141"/>
                  </a:cubicBezTo>
                  <a:cubicBezTo>
                    <a:pt x="-263" y="442253"/>
                    <a:pt x="35781" y="529741"/>
                    <a:pt x="101490" y="595451"/>
                  </a:cubicBezTo>
                  <a:cubicBezTo>
                    <a:pt x="166974" y="660935"/>
                    <a:pt x="254031" y="696939"/>
                    <a:pt x="346801" y="696939"/>
                  </a:cubicBezTo>
                  <a:lnTo>
                    <a:pt x="347829" y="696939"/>
                  </a:lnTo>
                  <a:cubicBezTo>
                    <a:pt x="440834" y="696675"/>
                    <a:pt x="528391" y="660239"/>
                    <a:pt x="594325" y="594295"/>
                  </a:cubicBezTo>
                  <a:cubicBezTo>
                    <a:pt x="660270" y="528350"/>
                    <a:pt x="696696" y="440832"/>
                    <a:pt x="696970" y="347799"/>
                  </a:cubicBezTo>
                  <a:cubicBezTo>
                    <a:pt x="697245" y="254687"/>
                    <a:pt x="661191" y="167198"/>
                    <a:pt x="595482" y="101488"/>
                  </a:cubicBezTo>
                  <a:cubicBezTo>
                    <a:pt x="530007" y="36004"/>
                    <a:pt x="442940" y="0"/>
                    <a:pt x="350210" y="0"/>
                  </a:cubicBezTo>
                  <a:lnTo>
                    <a:pt x="349142" y="0"/>
                  </a:lnTo>
                  <a:close/>
                  <a:moveTo>
                    <a:pt x="587183" y="347534"/>
                  </a:moveTo>
                  <a:cubicBezTo>
                    <a:pt x="586988" y="411333"/>
                    <a:pt x="561965" y="471448"/>
                    <a:pt x="516693" y="516731"/>
                  </a:cubicBezTo>
                  <a:cubicBezTo>
                    <a:pt x="423238" y="610186"/>
                    <a:pt x="271804" y="610724"/>
                    <a:pt x="179034" y="517916"/>
                  </a:cubicBezTo>
                  <a:cubicBezTo>
                    <a:pt x="134144" y="473025"/>
                    <a:pt x="109533" y="413204"/>
                    <a:pt x="109690" y="349454"/>
                  </a:cubicBezTo>
                  <a:cubicBezTo>
                    <a:pt x="109837" y="285655"/>
                    <a:pt x="134908" y="225540"/>
                    <a:pt x="180181" y="180258"/>
                  </a:cubicBezTo>
                  <a:cubicBezTo>
                    <a:pt x="227099" y="133339"/>
                    <a:pt x="288635" y="109845"/>
                    <a:pt x="350063" y="109845"/>
                  </a:cubicBezTo>
                  <a:cubicBezTo>
                    <a:pt x="410913" y="109845"/>
                    <a:pt x="471646" y="132918"/>
                    <a:pt x="517800" y="179072"/>
                  </a:cubicBezTo>
                  <a:cubicBezTo>
                    <a:pt x="562730" y="223963"/>
                    <a:pt x="587370" y="283784"/>
                    <a:pt x="587183" y="34753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0542405-A6AE-A25E-DD62-1CC5AD584E9F}"/>
                </a:ext>
              </a:extLst>
            </p:cNvPr>
            <p:cNvSpPr/>
            <p:nvPr/>
          </p:nvSpPr>
          <p:spPr>
            <a:xfrm>
              <a:off x="-6333199" y="2543931"/>
              <a:ext cx="695322" cy="698575"/>
            </a:xfrm>
            <a:custGeom>
              <a:avLst/>
              <a:gdLst>
                <a:gd name="connsiteX0" fmla="*/ 347681 w 695322"/>
                <a:gd name="connsiteY0" fmla="*/ 0 h 698575"/>
                <a:gd name="connsiteX1" fmla="*/ 0 w 695322"/>
                <a:gd name="connsiteY1" fmla="*/ 349288 h 698575"/>
                <a:gd name="connsiteX2" fmla="*/ 347681 w 695322"/>
                <a:gd name="connsiteY2" fmla="*/ 698575 h 698575"/>
                <a:gd name="connsiteX3" fmla="*/ 695323 w 695322"/>
                <a:gd name="connsiteY3" fmla="*/ 349288 h 698575"/>
                <a:gd name="connsiteX4" fmla="*/ 347681 w 695322"/>
                <a:gd name="connsiteY4" fmla="*/ 0 h 698575"/>
                <a:gd name="connsiteX5" fmla="*/ 347681 w 695322"/>
                <a:gd name="connsiteY5" fmla="*/ 588828 h 698575"/>
                <a:gd name="connsiteX6" fmla="*/ 109757 w 695322"/>
                <a:gd name="connsiteY6" fmla="*/ 349297 h 698575"/>
                <a:gd name="connsiteX7" fmla="*/ 347681 w 695322"/>
                <a:gd name="connsiteY7" fmla="*/ 109767 h 698575"/>
                <a:gd name="connsiteX8" fmla="*/ 585604 w 695322"/>
                <a:gd name="connsiteY8" fmla="*/ 349297 h 698575"/>
                <a:gd name="connsiteX9" fmla="*/ 347681 w 695322"/>
                <a:gd name="connsiteY9" fmla="*/ 588828 h 69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22" h="698575">
                  <a:moveTo>
                    <a:pt x="347681" y="0"/>
                  </a:moveTo>
                  <a:cubicBezTo>
                    <a:pt x="155990" y="0"/>
                    <a:pt x="0" y="156676"/>
                    <a:pt x="0" y="349288"/>
                  </a:cubicBezTo>
                  <a:cubicBezTo>
                    <a:pt x="0" y="541899"/>
                    <a:pt x="155951" y="698575"/>
                    <a:pt x="347681" y="698575"/>
                  </a:cubicBezTo>
                  <a:cubicBezTo>
                    <a:pt x="539372" y="698575"/>
                    <a:pt x="695323" y="541899"/>
                    <a:pt x="695323" y="349288"/>
                  </a:cubicBezTo>
                  <a:cubicBezTo>
                    <a:pt x="695323" y="156676"/>
                    <a:pt x="539372" y="0"/>
                    <a:pt x="347681" y="0"/>
                  </a:cubicBezTo>
                  <a:close/>
                  <a:moveTo>
                    <a:pt x="347681" y="588828"/>
                  </a:moveTo>
                  <a:cubicBezTo>
                    <a:pt x="216448" y="588828"/>
                    <a:pt x="109757" y="481363"/>
                    <a:pt x="109757" y="349297"/>
                  </a:cubicBezTo>
                  <a:cubicBezTo>
                    <a:pt x="109757" y="217232"/>
                    <a:pt x="216497" y="109767"/>
                    <a:pt x="347681" y="109767"/>
                  </a:cubicBezTo>
                  <a:cubicBezTo>
                    <a:pt x="478864" y="109767"/>
                    <a:pt x="585604" y="217232"/>
                    <a:pt x="585604" y="349297"/>
                  </a:cubicBezTo>
                  <a:cubicBezTo>
                    <a:pt x="585604" y="481363"/>
                    <a:pt x="478864" y="588828"/>
                    <a:pt x="347681" y="58882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BACEA56-CBD6-0FCC-F46A-2A0E02836C8A}"/>
                </a:ext>
              </a:extLst>
            </p:cNvPr>
            <p:cNvSpPr/>
            <p:nvPr/>
          </p:nvSpPr>
          <p:spPr>
            <a:xfrm>
              <a:off x="-6875032" y="1238756"/>
              <a:ext cx="696932" cy="696939"/>
            </a:xfrm>
            <a:custGeom>
              <a:avLst/>
              <a:gdLst>
                <a:gd name="connsiteX0" fmla="*/ 347830 w 696932"/>
                <a:gd name="connsiteY0" fmla="*/ 0 h 696939"/>
                <a:gd name="connsiteX1" fmla="*/ 346801 w 696932"/>
                <a:gd name="connsiteY1" fmla="*/ 0 h 696939"/>
                <a:gd name="connsiteX2" fmla="*/ 101490 w 696932"/>
                <a:gd name="connsiteY2" fmla="*/ 101489 h 696939"/>
                <a:gd name="connsiteX3" fmla="*/ 2 w 696932"/>
                <a:gd name="connsiteY3" fmla="*/ 347799 h 696939"/>
                <a:gd name="connsiteX4" fmla="*/ 102646 w 696932"/>
                <a:gd name="connsiteY4" fmla="*/ 594295 h 696939"/>
                <a:gd name="connsiteX5" fmla="*/ 349143 w 696932"/>
                <a:gd name="connsiteY5" fmla="*/ 696939 h 696939"/>
                <a:gd name="connsiteX6" fmla="*/ 350171 w 696932"/>
                <a:gd name="connsiteY6" fmla="*/ 696939 h 696939"/>
                <a:gd name="connsiteX7" fmla="*/ 595443 w 696932"/>
                <a:gd name="connsiteY7" fmla="*/ 595451 h 696939"/>
                <a:gd name="connsiteX8" fmla="*/ 696931 w 696932"/>
                <a:gd name="connsiteY8" fmla="*/ 349141 h 696939"/>
                <a:gd name="connsiteX9" fmla="*/ 594286 w 696932"/>
                <a:gd name="connsiteY9" fmla="*/ 102645 h 696939"/>
                <a:gd name="connsiteX10" fmla="*/ 347830 w 696932"/>
                <a:gd name="connsiteY10" fmla="*/ 0 h 696939"/>
                <a:gd name="connsiteX11" fmla="*/ 517898 w 696932"/>
                <a:gd name="connsiteY11" fmla="*/ 517906 h 696939"/>
                <a:gd name="connsiteX12" fmla="*/ 180279 w 696932"/>
                <a:gd name="connsiteY12" fmla="*/ 516721 h 696939"/>
                <a:gd name="connsiteX13" fmla="*/ 109789 w 696932"/>
                <a:gd name="connsiteY13" fmla="*/ 347524 h 696939"/>
                <a:gd name="connsiteX14" fmla="*/ 179132 w 696932"/>
                <a:gd name="connsiteY14" fmla="*/ 179062 h 696939"/>
                <a:gd name="connsiteX15" fmla="*/ 346869 w 696932"/>
                <a:gd name="connsiteY15" fmla="*/ 109836 h 696939"/>
                <a:gd name="connsiteX16" fmla="*/ 516791 w 696932"/>
                <a:gd name="connsiteY16" fmla="*/ 180248 h 696939"/>
                <a:gd name="connsiteX17" fmla="*/ 587282 w 696932"/>
                <a:gd name="connsiteY17" fmla="*/ 349445 h 696939"/>
                <a:gd name="connsiteX18" fmla="*/ 517898 w 696932"/>
                <a:gd name="connsiteY18" fmla="*/ 517906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347830" y="0"/>
                  </a:moveTo>
                  <a:lnTo>
                    <a:pt x="346801" y="0"/>
                  </a:lnTo>
                  <a:cubicBezTo>
                    <a:pt x="254032" y="0"/>
                    <a:pt x="166935" y="36014"/>
                    <a:pt x="101490" y="101489"/>
                  </a:cubicBezTo>
                  <a:cubicBezTo>
                    <a:pt x="35781" y="167159"/>
                    <a:pt x="-273" y="254687"/>
                    <a:pt x="2" y="347799"/>
                  </a:cubicBezTo>
                  <a:cubicBezTo>
                    <a:pt x="227" y="440872"/>
                    <a:pt x="36702" y="528399"/>
                    <a:pt x="102646" y="594295"/>
                  </a:cubicBezTo>
                  <a:cubicBezTo>
                    <a:pt x="168581" y="660230"/>
                    <a:pt x="256109" y="696665"/>
                    <a:pt x="349143" y="696939"/>
                  </a:cubicBezTo>
                  <a:lnTo>
                    <a:pt x="350171" y="696939"/>
                  </a:lnTo>
                  <a:cubicBezTo>
                    <a:pt x="442901" y="696939"/>
                    <a:pt x="529998" y="660925"/>
                    <a:pt x="595443" y="595451"/>
                  </a:cubicBezTo>
                  <a:cubicBezTo>
                    <a:pt x="661152" y="529781"/>
                    <a:pt x="697205" y="442253"/>
                    <a:pt x="696931" y="349141"/>
                  </a:cubicBezTo>
                  <a:cubicBezTo>
                    <a:pt x="696667" y="256068"/>
                    <a:pt x="660192" y="168580"/>
                    <a:pt x="594286" y="102645"/>
                  </a:cubicBezTo>
                  <a:cubicBezTo>
                    <a:pt x="528381" y="36710"/>
                    <a:pt x="440863" y="274"/>
                    <a:pt x="347830" y="0"/>
                  </a:cubicBezTo>
                  <a:close/>
                  <a:moveTo>
                    <a:pt x="517898" y="517906"/>
                  </a:moveTo>
                  <a:cubicBezTo>
                    <a:pt x="425129" y="610636"/>
                    <a:pt x="273695" y="610215"/>
                    <a:pt x="180279" y="516721"/>
                  </a:cubicBezTo>
                  <a:cubicBezTo>
                    <a:pt x="134967" y="471448"/>
                    <a:pt x="109935" y="411323"/>
                    <a:pt x="109789" y="347524"/>
                  </a:cubicBezTo>
                  <a:cubicBezTo>
                    <a:pt x="109592" y="283764"/>
                    <a:pt x="134203" y="223992"/>
                    <a:pt x="179132" y="179062"/>
                  </a:cubicBezTo>
                  <a:cubicBezTo>
                    <a:pt x="225326" y="132869"/>
                    <a:pt x="286019" y="109836"/>
                    <a:pt x="346869" y="109836"/>
                  </a:cubicBezTo>
                  <a:cubicBezTo>
                    <a:pt x="408288" y="109836"/>
                    <a:pt x="469873" y="133290"/>
                    <a:pt x="516791" y="180248"/>
                  </a:cubicBezTo>
                  <a:cubicBezTo>
                    <a:pt x="562064" y="225520"/>
                    <a:pt x="587125" y="285645"/>
                    <a:pt x="587282" y="349445"/>
                  </a:cubicBezTo>
                  <a:cubicBezTo>
                    <a:pt x="587438" y="413204"/>
                    <a:pt x="562789" y="473016"/>
                    <a:pt x="517898" y="517906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A9E1862-DB89-9BEB-7949-77D683389C07}"/>
                </a:ext>
              </a:extLst>
            </p:cNvPr>
            <p:cNvSpPr/>
            <p:nvPr/>
          </p:nvSpPr>
          <p:spPr>
            <a:xfrm>
              <a:off x="-7359657" y="1067862"/>
              <a:ext cx="480562" cy="266132"/>
            </a:xfrm>
            <a:custGeom>
              <a:avLst/>
              <a:gdLst>
                <a:gd name="connsiteX0" fmla="*/ 398931 w 480562"/>
                <a:gd name="connsiteY0" fmla="*/ 259167 h 266132"/>
                <a:gd name="connsiteX1" fmla="*/ 425609 w 480562"/>
                <a:gd name="connsiteY1" fmla="*/ 266132 h 266132"/>
                <a:gd name="connsiteX2" fmla="*/ 473596 w 480562"/>
                <a:gd name="connsiteY2" fmla="*/ 238005 h 266132"/>
                <a:gd name="connsiteX3" fmla="*/ 452394 w 480562"/>
                <a:gd name="connsiteY3" fmla="*/ 163380 h 266132"/>
                <a:gd name="connsiteX4" fmla="*/ 70531 w 480562"/>
                <a:gd name="connsiteY4" fmla="*/ 2331 h 266132"/>
                <a:gd name="connsiteX5" fmla="*/ 2294 w 480562"/>
                <a:gd name="connsiteY5" fmla="*/ 39261 h 266132"/>
                <a:gd name="connsiteX6" fmla="*/ 39229 w 480562"/>
                <a:gd name="connsiteY6" fmla="*/ 107458 h 266132"/>
                <a:gd name="connsiteX7" fmla="*/ 398931 w 480562"/>
                <a:gd name="connsiteY7" fmla="*/ 259157 h 2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562" h="266132">
                  <a:moveTo>
                    <a:pt x="398931" y="259167"/>
                  </a:moveTo>
                  <a:cubicBezTo>
                    <a:pt x="407386" y="263869"/>
                    <a:pt x="416576" y="266132"/>
                    <a:pt x="425609" y="266132"/>
                  </a:cubicBezTo>
                  <a:cubicBezTo>
                    <a:pt x="444860" y="266132"/>
                    <a:pt x="463534" y="255992"/>
                    <a:pt x="473596" y="238005"/>
                  </a:cubicBezTo>
                  <a:cubicBezTo>
                    <a:pt x="488370" y="211523"/>
                    <a:pt x="478876" y="178115"/>
                    <a:pt x="452394" y="163380"/>
                  </a:cubicBezTo>
                  <a:cubicBezTo>
                    <a:pt x="331458" y="95868"/>
                    <a:pt x="202949" y="41715"/>
                    <a:pt x="70531" y="2331"/>
                  </a:cubicBezTo>
                  <a:cubicBezTo>
                    <a:pt x="41522" y="-6395"/>
                    <a:pt x="10945" y="10138"/>
                    <a:pt x="2294" y="39261"/>
                  </a:cubicBezTo>
                  <a:cubicBezTo>
                    <a:pt x="-6357" y="68308"/>
                    <a:pt x="10220" y="98846"/>
                    <a:pt x="39229" y="107458"/>
                  </a:cubicBezTo>
                  <a:cubicBezTo>
                    <a:pt x="163986" y="144540"/>
                    <a:pt x="285001" y="195593"/>
                    <a:pt x="398931" y="25915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436AFA0-88AC-7342-F546-4CA89FD640AA}"/>
                </a:ext>
              </a:extLst>
            </p:cNvPr>
            <p:cNvSpPr/>
            <p:nvPr/>
          </p:nvSpPr>
          <p:spPr>
            <a:xfrm>
              <a:off x="-8761173" y="1059698"/>
              <a:ext cx="482473" cy="261353"/>
            </a:xfrm>
            <a:custGeom>
              <a:avLst/>
              <a:gdLst>
                <a:gd name="connsiteX0" fmla="*/ 54890 w 482473"/>
                <a:gd name="connsiteY0" fmla="*/ 261354 h 261353"/>
                <a:gd name="connsiteX1" fmla="*/ 80950 w 482473"/>
                <a:gd name="connsiteY1" fmla="*/ 254692 h 261353"/>
                <a:gd name="connsiteX2" fmla="*/ 442563 w 482473"/>
                <a:gd name="connsiteY2" fmla="*/ 107656 h 261353"/>
                <a:gd name="connsiteX3" fmla="*/ 480380 w 482473"/>
                <a:gd name="connsiteY3" fmla="*/ 39921 h 261353"/>
                <a:gd name="connsiteX4" fmla="*/ 412642 w 482473"/>
                <a:gd name="connsiteY4" fmla="*/ 2110 h 261353"/>
                <a:gd name="connsiteX5" fmla="*/ 28751 w 482473"/>
                <a:gd name="connsiteY5" fmla="*/ 158180 h 261353"/>
                <a:gd name="connsiteX6" fmla="*/ 6629 w 482473"/>
                <a:gd name="connsiteY6" fmla="*/ 232619 h 261353"/>
                <a:gd name="connsiteX7" fmla="*/ 54890 w 482473"/>
                <a:gd name="connsiteY7" fmla="*/ 261354 h 26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473" h="261353">
                  <a:moveTo>
                    <a:pt x="54890" y="261354"/>
                  </a:moveTo>
                  <a:cubicBezTo>
                    <a:pt x="63688" y="261354"/>
                    <a:pt x="72643" y="259208"/>
                    <a:pt x="80950" y="254692"/>
                  </a:cubicBezTo>
                  <a:cubicBezTo>
                    <a:pt x="195420" y="192774"/>
                    <a:pt x="317081" y="143249"/>
                    <a:pt x="442563" y="107656"/>
                  </a:cubicBezTo>
                  <a:cubicBezTo>
                    <a:pt x="471729" y="99397"/>
                    <a:pt x="488639" y="69083"/>
                    <a:pt x="480380" y="39921"/>
                  </a:cubicBezTo>
                  <a:cubicBezTo>
                    <a:pt x="472111" y="10759"/>
                    <a:pt x="441916" y="-6194"/>
                    <a:pt x="412642" y="2110"/>
                  </a:cubicBezTo>
                  <a:cubicBezTo>
                    <a:pt x="279460" y="39883"/>
                    <a:pt x="150295" y="92392"/>
                    <a:pt x="28751" y="158180"/>
                  </a:cubicBezTo>
                  <a:cubicBezTo>
                    <a:pt x="2113" y="172641"/>
                    <a:pt x="-7802" y="205902"/>
                    <a:pt x="6629" y="232619"/>
                  </a:cubicBezTo>
                  <a:cubicBezTo>
                    <a:pt x="16505" y="250949"/>
                    <a:pt x="35364" y="261354"/>
                    <a:pt x="54890" y="26135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CBA79C-18CD-22C7-041D-3B5636249540}"/>
                </a:ext>
              </a:extLst>
            </p:cNvPr>
            <p:cNvSpPr/>
            <p:nvPr/>
          </p:nvSpPr>
          <p:spPr>
            <a:xfrm>
              <a:off x="-9650964" y="1932983"/>
              <a:ext cx="266134" cy="480499"/>
            </a:xfrm>
            <a:custGeom>
              <a:avLst/>
              <a:gdLst>
                <a:gd name="connsiteX0" fmla="*/ 2294 w 266134"/>
                <a:gd name="connsiteY0" fmla="*/ 410009 h 480499"/>
                <a:gd name="connsiteX1" fmla="*/ 39220 w 266134"/>
                <a:gd name="connsiteY1" fmla="*/ 478207 h 480499"/>
                <a:gd name="connsiteX2" fmla="*/ 54875 w 266134"/>
                <a:gd name="connsiteY2" fmla="*/ 480500 h 480499"/>
                <a:gd name="connsiteX3" fmla="*/ 107417 w 266134"/>
                <a:gd name="connsiteY3" fmla="*/ 441272 h 480499"/>
                <a:gd name="connsiteX4" fmla="*/ 259165 w 266134"/>
                <a:gd name="connsiteY4" fmla="*/ 81609 h 480499"/>
                <a:gd name="connsiteX5" fmla="*/ 237994 w 266134"/>
                <a:gd name="connsiteY5" fmla="*/ 6984 h 480499"/>
                <a:gd name="connsiteX6" fmla="*/ 163369 w 266134"/>
                <a:gd name="connsiteY6" fmla="*/ 28146 h 480499"/>
                <a:gd name="connsiteX7" fmla="*/ 2294 w 266134"/>
                <a:gd name="connsiteY7" fmla="*/ 410009 h 48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134" h="480499">
                  <a:moveTo>
                    <a:pt x="2294" y="410009"/>
                  </a:moveTo>
                  <a:cubicBezTo>
                    <a:pt x="-6357" y="439058"/>
                    <a:pt x="10220" y="469596"/>
                    <a:pt x="39220" y="478207"/>
                  </a:cubicBezTo>
                  <a:cubicBezTo>
                    <a:pt x="44432" y="479775"/>
                    <a:pt x="49712" y="480500"/>
                    <a:pt x="54875" y="480500"/>
                  </a:cubicBezTo>
                  <a:cubicBezTo>
                    <a:pt x="78486" y="480500"/>
                    <a:pt x="100344" y="465118"/>
                    <a:pt x="107417" y="441272"/>
                  </a:cubicBezTo>
                  <a:cubicBezTo>
                    <a:pt x="144578" y="316476"/>
                    <a:pt x="195631" y="195462"/>
                    <a:pt x="259165" y="81609"/>
                  </a:cubicBezTo>
                  <a:cubicBezTo>
                    <a:pt x="273930" y="55127"/>
                    <a:pt x="264475" y="21719"/>
                    <a:pt x="237994" y="6984"/>
                  </a:cubicBezTo>
                  <a:cubicBezTo>
                    <a:pt x="211473" y="-7790"/>
                    <a:pt x="178104" y="1625"/>
                    <a:pt x="163369" y="28146"/>
                  </a:cubicBezTo>
                  <a:cubicBezTo>
                    <a:pt x="95935" y="149043"/>
                    <a:pt x="41747" y="277513"/>
                    <a:pt x="2294" y="41000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AA07F8D-00F7-C705-197A-994B41B777F5}"/>
                </a:ext>
              </a:extLst>
            </p:cNvPr>
            <p:cNvSpPr/>
            <p:nvPr/>
          </p:nvSpPr>
          <p:spPr>
            <a:xfrm>
              <a:off x="-9659130" y="3332585"/>
              <a:ext cx="261312" cy="482564"/>
            </a:xfrm>
            <a:custGeom>
              <a:avLst/>
              <a:gdLst>
                <a:gd name="connsiteX0" fmla="*/ 107648 w 261312"/>
                <a:gd name="connsiteY0" fmla="*/ 39891 h 482564"/>
                <a:gd name="connsiteX1" fmla="*/ 39911 w 261312"/>
                <a:gd name="connsiteY1" fmla="*/ 2123 h 482564"/>
                <a:gd name="connsiteX2" fmla="*/ 2094 w 261312"/>
                <a:gd name="connsiteY2" fmla="*/ 69899 h 482564"/>
                <a:gd name="connsiteX3" fmla="*/ 158211 w 261312"/>
                <a:gd name="connsiteY3" fmla="*/ 453791 h 482564"/>
                <a:gd name="connsiteX4" fmla="*/ 206501 w 261312"/>
                <a:gd name="connsiteY4" fmla="*/ 482565 h 482564"/>
                <a:gd name="connsiteX5" fmla="*/ 232561 w 261312"/>
                <a:gd name="connsiteY5" fmla="*/ 475981 h 482564"/>
                <a:gd name="connsiteX6" fmla="*/ 254684 w 261312"/>
                <a:gd name="connsiteY6" fmla="*/ 401621 h 482564"/>
                <a:gd name="connsiteX7" fmla="*/ 107648 w 261312"/>
                <a:gd name="connsiteY7" fmla="*/ 39891 h 482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312" h="482564">
                  <a:moveTo>
                    <a:pt x="107648" y="39891"/>
                  </a:moveTo>
                  <a:cubicBezTo>
                    <a:pt x="99379" y="10803"/>
                    <a:pt x="69106" y="-6224"/>
                    <a:pt x="39911" y="2123"/>
                  </a:cubicBezTo>
                  <a:cubicBezTo>
                    <a:pt x="10744" y="10382"/>
                    <a:pt x="-6165" y="40733"/>
                    <a:pt x="2094" y="69899"/>
                  </a:cubicBezTo>
                  <a:cubicBezTo>
                    <a:pt x="39911" y="203043"/>
                    <a:pt x="92413" y="332189"/>
                    <a:pt x="158211" y="453791"/>
                  </a:cubicBezTo>
                  <a:cubicBezTo>
                    <a:pt x="168116" y="472160"/>
                    <a:pt x="186985" y="482565"/>
                    <a:pt x="206501" y="482565"/>
                  </a:cubicBezTo>
                  <a:cubicBezTo>
                    <a:pt x="215309" y="482565"/>
                    <a:pt x="224263" y="480419"/>
                    <a:pt x="232561" y="475981"/>
                  </a:cubicBezTo>
                  <a:cubicBezTo>
                    <a:pt x="259200" y="461550"/>
                    <a:pt x="269115" y="428259"/>
                    <a:pt x="254684" y="401621"/>
                  </a:cubicBezTo>
                  <a:cubicBezTo>
                    <a:pt x="192726" y="287043"/>
                    <a:pt x="143241" y="165382"/>
                    <a:pt x="107648" y="3989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AAFDEC2-7BFE-22EB-884F-EB3ED7B1C278}"/>
                </a:ext>
              </a:extLst>
            </p:cNvPr>
            <p:cNvSpPr/>
            <p:nvPr/>
          </p:nvSpPr>
          <p:spPr>
            <a:xfrm>
              <a:off x="-8785851" y="4438733"/>
              <a:ext cx="480518" cy="266095"/>
            </a:xfrm>
            <a:custGeom>
              <a:avLst/>
              <a:gdLst>
                <a:gd name="connsiteX0" fmla="*/ 410026 w 480518"/>
                <a:gd name="connsiteY0" fmla="*/ 263803 h 266095"/>
                <a:gd name="connsiteX1" fmla="*/ 425682 w 480518"/>
                <a:gd name="connsiteY1" fmla="*/ 266095 h 266095"/>
                <a:gd name="connsiteX2" fmla="*/ 478224 w 480518"/>
                <a:gd name="connsiteY2" fmla="*/ 226868 h 266095"/>
                <a:gd name="connsiteX3" fmla="*/ 441299 w 480518"/>
                <a:gd name="connsiteY3" fmla="*/ 158680 h 266095"/>
                <a:gd name="connsiteX4" fmla="*/ 81636 w 480518"/>
                <a:gd name="connsiteY4" fmla="*/ 6941 h 266095"/>
                <a:gd name="connsiteX5" fmla="*/ 6962 w 480518"/>
                <a:gd name="connsiteY5" fmla="*/ 28103 h 266095"/>
                <a:gd name="connsiteX6" fmla="*/ 28173 w 480518"/>
                <a:gd name="connsiteY6" fmla="*/ 102728 h 266095"/>
                <a:gd name="connsiteX7" fmla="*/ 410026 w 480518"/>
                <a:gd name="connsiteY7" fmla="*/ 263803 h 26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518" h="266095">
                  <a:moveTo>
                    <a:pt x="410026" y="263803"/>
                  </a:moveTo>
                  <a:cubicBezTo>
                    <a:pt x="415229" y="265370"/>
                    <a:pt x="420509" y="266095"/>
                    <a:pt x="425682" y="266095"/>
                  </a:cubicBezTo>
                  <a:cubicBezTo>
                    <a:pt x="449293" y="266095"/>
                    <a:pt x="471141" y="250714"/>
                    <a:pt x="478224" y="226868"/>
                  </a:cubicBezTo>
                  <a:cubicBezTo>
                    <a:pt x="486875" y="197829"/>
                    <a:pt x="470298" y="167281"/>
                    <a:pt x="441299" y="158680"/>
                  </a:cubicBezTo>
                  <a:cubicBezTo>
                    <a:pt x="316571" y="121548"/>
                    <a:pt x="195567" y="70505"/>
                    <a:pt x="81636" y="6941"/>
                  </a:cubicBezTo>
                  <a:cubicBezTo>
                    <a:pt x="55144" y="-7754"/>
                    <a:pt x="21775" y="1622"/>
                    <a:pt x="6962" y="28103"/>
                  </a:cubicBezTo>
                  <a:cubicBezTo>
                    <a:pt x="-7802" y="54585"/>
                    <a:pt x="1681" y="87993"/>
                    <a:pt x="28173" y="102728"/>
                  </a:cubicBezTo>
                  <a:cubicBezTo>
                    <a:pt x="149109" y="170240"/>
                    <a:pt x="277618" y="224428"/>
                    <a:pt x="410026" y="263803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B9AB9BB-012D-FE64-170F-1B33DC0FB554}"/>
                </a:ext>
              </a:extLst>
            </p:cNvPr>
            <p:cNvSpPr/>
            <p:nvPr/>
          </p:nvSpPr>
          <p:spPr>
            <a:xfrm>
              <a:off x="-7386216" y="4451561"/>
              <a:ext cx="482506" cy="261359"/>
            </a:xfrm>
            <a:custGeom>
              <a:avLst/>
              <a:gdLst>
                <a:gd name="connsiteX0" fmla="*/ 54864 w 482506"/>
                <a:gd name="connsiteY0" fmla="*/ 261360 h 261359"/>
                <a:gd name="connsiteX1" fmla="*/ 69864 w 482506"/>
                <a:gd name="connsiteY1" fmla="*/ 259254 h 261359"/>
                <a:gd name="connsiteX2" fmla="*/ 453755 w 482506"/>
                <a:gd name="connsiteY2" fmla="*/ 103185 h 261359"/>
                <a:gd name="connsiteX3" fmla="*/ 475877 w 482506"/>
                <a:gd name="connsiteY3" fmla="*/ 28746 h 261359"/>
                <a:gd name="connsiteX4" fmla="*/ 401517 w 482506"/>
                <a:gd name="connsiteY4" fmla="*/ 6673 h 261359"/>
                <a:gd name="connsiteX5" fmla="*/ 39904 w 482506"/>
                <a:gd name="connsiteY5" fmla="*/ 153709 h 261359"/>
                <a:gd name="connsiteX6" fmla="*/ 2097 w 482506"/>
                <a:gd name="connsiteY6" fmla="*/ 221446 h 261359"/>
                <a:gd name="connsiteX7" fmla="*/ 54874 w 482506"/>
                <a:gd name="connsiteY7" fmla="*/ 261360 h 26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506" h="261359">
                  <a:moveTo>
                    <a:pt x="54864" y="261360"/>
                  </a:moveTo>
                  <a:cubicBezTo>
                    <a:pt x="59802" y="261360"/>
                    <a:pt x="64848" y="260713"/>
                    <a:pt x="69864" y="259254"/>
                  </a:cubicBezTo>
                  <a:cubicBezTo>
                    <a:pt x="203046" y="221486"/>
                    <a:pt x="332202" y="168973"/>
                    <a:pt x="453755" y="103185"/>
                  </a:cubicBezTo>
                  <a:cubicBezTo>
                    <a:pt x="480394" y="88724"/>
                    <a:pt x="490308" y="55463"/>
                    <a:pt x="475877" y="28746"/>
                  </a:cubicBezTo>
                  <a:cubicBezTo>
                    <a:pt x="461446" y="2118"/>
                    <a:pt x="428155" y="-7836"/>
                    <a:pt x="401517" y="6673"/>
                  </a:cubicBezTo>
                  <a:cubicBezTo>
                    <a:pt x="287047" y="68591"/>
                    <a:pt x="165386" y="118116"/>
                    <a:pt x="39904" y="153709"/>
                  </a:cubicBezTo>
                  <a:cubicBezTo>
                    <a:pt x="10748" y="161968"/>
                    <a:pt x="-6172" y="192280"/>
                    <a:pt x="2097" y="221446"/>
                  </a:cubicBezTo>
                  <a:cubicBezTo>
                    <a:pt x="8945" y="245587"/>
                    <a:pt x="30950" y="261360"/>
                    <a:pt x="54874" y="261360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B5BB5F5-1E4A-9118-B9CC-60D981043BF7}"/>
                </a:ext>
              </a:extLst>
            </p:cNvPr>
            <p:cNvSpPr/>
            <p:nvPr/>
          </p:nvSpPr>
          <p:spPr>
            <a:xfrm>
              <a:off x="-6280168" y="3359185"/>
              <a:ext cx="266194" cy="480506"/>
            </a:xfrm>
            <a:custGeom>
              <a:avLst/>
              <a:gdLst>
                <a:gd name="connsiteX0" fmla="*/ 226951 w 266194"/>
                <a:gd name="connsiteY0" fmla="*/ 2318 h 480506"/>
                <a:gd name="connsiteX1" fmla="*/ 158714 w 266194"/>
                <a:gd name="connsiteY1" fmla="*/ 39243 h 480506"/>
                <a:gd name="connsiteX2" fmla="*/ 6976 w 266194"/>
                <a:gd name="connsiteY2" fmla="*/ 398906 h 480506"/>
                <a:gd name="connsiteX3" fmla="*/ 28138 w 266194"/>
                <a:gd name="connsiteY3" fmla="*/ 473541 h 480506"/>
                <a:gd name="connsiteX4" fmla="*/ 54815 w 266194"/>
                <a:gd name="connsiteY4" fmla="*/ 480507 h 480506"/>
                <a:gd name="connsiteX5" fmla="*/ 102773 w 266194"/>
                <a:gd name="connsiteY5" fmla="*/ 452379 h 480506"/>
                <a:gd name="connsiteX6" fmla="*/ 263887 w 266194"/>
                <a:gd name="connsiteY6" fmla="*/ 70516 h 480506"/>
                <a:gd name="connsiteX7" fmla="*/ 226951 w 266194"/>
                <a:gd name="connsiteY7" fmla="*/ 2318 h 48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194" h="480506">
                  <a:moveTo>
                    <a:pt x="226951" y="2318"/>
                  </a:moveTo>
                  <a:cubicBezTo>
                    <a:pt x="197981" y="-6372"/>
                    <a:pt x="167365" y="10126"/>
                    <a:pt x="158714" y="39243"/>
                  </a:cubicBezTo>
                  <a:cubicBezTo>
                    <a:pt x="121554" y="164039"/>
                    <a:pt x="70501" y="285053"/>
                    <a:pt x="6976" y="398906"/>
                  </a:cubicBezTo>
                  <a:cubicBezTo>
                    <a:pt x="-7798" y="425398"/>
                    <a:pt x="1656" y="458806"/>
                    <a:pt x="28138" y="473541"/>
                  </a:cubicBezTo>
                  <a:cubicBezTo>
                    <a:pt x="36603" y="478243"/>
                    <a:pt x="45782" y="480507"/>
                    <a:pt x="54815" y="480507"/>
                  </a:cubicBezTo>
                  <a:cubicBezTo>
                    <a:pt x="74067" y="480507"/>
                    <a:pt x="92740" y="470357"/>
                    <a:pt x="102773" y="452379"/>
                  </a:cubicBezTo>
                  <a:cubicBezTo>
                    <a:pt x="170236" y="331521"/>
                    <a:pt x="224434" y="203012"/>
                    <a:pt x="263887" y="70516"/>
                  </a:cubicBezTo>
                  <a:cubicBezTo>
                    <a:pt x="272567" y="41467"/>
                    <a:pt x="256000" y="10929"/>
                    <a:pt x="226951" y="231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E338A2F-F28A-9B80-B308-C024D25AC5D0}"/>
                </a:ext>
              </a:extLst>
            </p:cNvPr>
            <p:cNvSpPr/>
            <p:nvPr/>
          </p:nvSpPr>
          <p:spPr>
            <a:xfrm>
              <a:off x="-6267153" y="1957547"/>
              <a:ext cx="261307" cy="482514"/>
            </a:xfrm>
            <a:custGeom>
              <a:avLst/>
              <a:gdLst>
                <a:gd name="connsiteX0" fmla="*/ 6629 w 261307"/>
                <a:gd name="connsiteY0" fmla="*/ 80949 h 482514"/>
                <a:gd name="connsiteX1" fmla="*/ 153665 w 261307"/>
                <a:gd name="connsiteY1" fmla="*/ 442640 h 482514"/>
                <a:gd name="connsiteX2" fmla="*/ 206403 w 261307"/>
                <a:gd name="connsiteY2" fmla="*/ 482515 h 482514"/>
                <a:gd name="connsiteX3" fmla="*/ 221402 w 261307"/>
                <a:gd name="connsiteY3" fmla="*/ 480408 h 482514"/>
                <a:gd name="connsiteX4" fmla="*/ 259210 w 261307"/>
                <a:gd name="connsiteY4" fmla="*/ 412632 h 482514"/>
                <a:gd name="connsiteX5" fmla="*/ 103102 w 261307"/>
                <a:gd name="connsiteY5" fmla="*/ 28741 h 482514"/>
                <a:gd name="connsiteX6" fmla="*/ 28751 w 261307"/>
                <a:gd name="connsiteY6" fmla="*/ 6550 h 482514"/>
                <a:gd name="connsiteX7" fmla="*/ 6629 w 261307"/>
                <a:gd name="connsiteY7" fmla="*/ 80949 h 48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307" h="482514">
                  <a:moveTo>
                    <a:pt x="6629" y="80949"/>
                  </a:moveTo>
                  <a:cubicBezTo>
                    <a:pt x="68586" y="195488"/>
                    <a:pt x="118072" y="317188"/>
                    <a:pt x="153665" y="442640"/>
                  </a:cubicBezTo>
                  <a:cubicBezTo>
                    <a:pt x="160513" y="466751"/>
                    <a:pt x="182478" y="482515"/>
                    <a:pt x="206403" y="482515"/>
                  </a:cubicBezTo>
                  <a:cubicBezTo>
                    <a:pt x="211340" y="482515"/>
                    <a:pt x="216386" y="481868"/>
                    <a:pt x="221402" y="480408"/>
                  </a:cubicBezTo>
                  <a:cubicBezTo>
                    <a:pt x="250568" y="472149"/>
                    <a:pt x="267478" y="441798"/>
                    <a:pt x="259210" y="412632"/>
                  </a:cubicBezTo>
                  <a:cubicBezTo>
                    <a:pt x="221402" y="279489"/>
                    <a:pt x="168899" y="150333"/>
                    <a:pt x="103102" y="28741"/>
                  </a:cubicBezTo>
                  <a:cubicBezTo>
                    <a:pt x="88719" y="2073"/>
                    <a:pt x="55380" y="-7724"/>
                    <a:pt x="28751" y="6550"/>
                  </a:cubicBezTo>
                  <a:cubicBezTo>
                    <a:pt x="2113" y="21011"/>
                    <a:pt x="-7802" y="54311"/>
                    <a:pt x="6629" y="8094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DDFAC0-1E4A-5C4C-AE89-8E45B862143C}"/>
              </a:ext>
            </a:extLst>
          </p:cNvPr>
          <p:cNvCxnSpPr/>
          <p:nvPr/>
        </p:nvCxnSpPr>
        <p:spPr>
          <a:xfrm>
            <a:off x="3508819" y="1735277"/>
            <a:ext cx="21654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BA8A299-CF29-6345-AF80-5EE4F2129088}"/>
              </a:ext>
            </a:extLst>
          </p:cNvPr>
          <p:cNvCxnSpPr/>
          <p:nvPr/>
        </p:nvCxnSpPr>
        <p:spPr>
          <a:xfrm>
            <a:off x="6428742" y="1733910"/>
            <a:ext cx="21654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Graphic 28">
            <a:extLst>
              <a:ext uri="{FF2B5EF4-FFF2-40B4-BE49-F238E27FC236}">
                <a16:creationId xmlns:a16="http://schemas.microsoft.com/office/drawing/2014/main" id="{68DAAB30-0825-97B5-DAB4-3C40D664145F}"/>
              </a:ext>
            </a:extLst>
          </p:cNvPr>
          <p:cNvSpPr/>
          <p:nvPr/>
        </p:nvSpPr>
        <p:spPr>
          <a:xfrm rot="5400000" flipH="1">
            <a:off x="796922" y="1053117"/>
            <a:ext cx="283245" cy="594605"/>
          </a:xfrm>
          <a:custGeom>
            <a:avLst/>
            <a:gdLst>
              <a:gd name="connsiteX0" fmla="*/ 0 w 126274"/>
              <a:gd name="connsiteY0" fmla="*/ 0 h 265080"/>
              <a:gd name="connsiteX1" fmla="*/ 0 w 126274"/>
              <a:gd name="connsiteY1" fmla="*/ 265081 h 265080"/>
              <a:gd name="connsiteX2" fmla="*/ 126274 w 126274"/>
              <a:gd name="connsiteY2" fmla="*/ 132588 h 265080"/>
              <a:gd name="connsiteX3" fmla="*/ 0 w 126274"/>
              <a:gd name="connsiteY3" fmla="*/ 0 h 26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4" h="265080">
                <a:moveTo>
                  <a:pt x="0" y="0"/>
                </a:moveTo>
                <a:lnTo>
                  <a:pt x="0" y="265081"/>
                </a:lnTo>
                <a:cubicBezTo>
                  <a:pt x="69704" y="265081"/>
                  <a:pt x="126224" y="205777"/>
                  <a:pt x="126274" y="132588"/>
                </a:cubicBezTo>
                <a:cubicBezTo>
                  <a:pt x="126274" y="59362"/>
                  <a:pt x="69739" y="0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884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E0D924-0009-FC23-C050-DC96DE627C4D}"/>
              </a:ext>
            </a:extLst>
          </p:cNvPr>
          <p:cNvSpPr/>
          <p:nvPr/>
        </p:nvSpPr>
        <p:spPr>
          <a:xfrm>
            <a:off x="1386609" y="940112"/>
            <a:ext cx="1094648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60+</a:t>
            </a:r>
          </a:p>
        </p:txBody>
      </p:sp>
      <p:sp>
        <p:nvSpPr>
          <p:cNvPr id="45" name="TextBox 52">
            <a:extLst>
              <a:ext uri="{FF2B5EF4-FFF2-40B4-BE49-F238E27FC236}">
                <a16:creationId xmlns:a16="http://schemas.microsoft.com/office/drawing/2014/main" id="{F1083CAC-3CBB-A425-5AE9-FAF3CC1D8ACF}"/>
              </a:ext>
            </a:extLst>
          </p:cNvPr>
          <p:cNvSpPr txBox="1"/>
          <p:nvPr/>
        </p:nvSpPr>
        <p:spPr>
          <a:xfrm>
            <a:off x="1371406" y="1267770"/>
            <a:ext cx="16177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Global Hi-Tech Clients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F2C7932-6A93-1398-6030-4D5A7B95AEF7}"/>
              </a:ext>
            </a:extLst>
          </p:cNvPr>
          <p:cNvCxnSpPr/>
          <p:nvPr/>
        </p:nvCxnSpPr>
        <p:spPr>
          <a:xfrm>
            <a:off x="617729" y="1755393"/>
            <a:ext cx="21654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95B098DB-92D5-6FB5-770C-76959980C342}"/>
              </a:ext>
            </a:extLst>
          </p:cNvPr>
          <p:cNvSpPr/>
          <p:nvPr/>
        </p:nvSpPr>
        <p:spPr>
          <a:xfrm>
            <a:off x="7330068" y="1864903"/>
            <a:ext cx="2240277" cy="1574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CEC4012-0996-D2BD-19E3-9AF2FC0A7566}"/>
              </a:ext>
            </a:extLst>
          </p:cNvPr>
          <p:cNvSpPr/>
          <p:nvPr/>
        </p:nvSpPr>
        <p:spPr>
          <a:xfrm>
            <a:off x="4950462" y="1828097"/>
            <a:ext cx="2240277" cy="1574674"/>
          </a:xfrm>
          <a:prstGeom prst="rect">
            <a:avLst/>
          </a:prstGeom>
          <a:solidFill>
            <a:srgbClr val="39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D113564-24F7-6365-A423-4C3127CADDD3}"/>
              </a:ext>
            </a:extLst>
          </p:cNvPr>
          <p:cNvSpPr/>
          <p:nvPr/>
        </p:nvSpPr>
        <p:spPr>
          <a:xfrm>
            <a:off x="233679" y="1828097"/>
            <a:ext cx="2240277" cy="1574674"/>
          </a:xfrm>
          <a:prstGeom prst="rect">
            <a:avLst/>
          </a:prstGeom>
          <a:solidFill>
            <a:srgbClr val="39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EE0AF8C-FAA7-88E7-7D7C-0313F0BEF2B8}"/>
              </a:ext>
            </a:extLst>
          </p:cNvPr>
          <p:cNvSpPr/>
          <p:nvPr/>
        </p:nvSpPr>
        <p:spPr>
          <a:xfrm>
            <a:off x="2607550" y="1840224"/>
            <a:ext cx="2240277" cy="15746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A0758CC-1BD8-B567-8D2C-6A879E9F8312}"/>
              </a:ext>
            </a:extLst>
          </p:cNvPr>
          <p:cNvSpPr/>
          <p:nvPr/>
        </p:nvSpPr>
        <p:spPr>
          <a:xfrm>
            <a:off x="9704590" y="1835679"/>
            <a:ext cx="2240277" cy="1574674"/>
          </a:xfrm>
          <a:prstGeom prst="rect">
            <a:avLst/>
          </a:prstGeom>
          <a:solidFill>
            <a:srgbClr val="395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6" name="TextBox 64">
            <a:extLst>
              <a:ext uri="{FF2B5EF4-FFF2-40B4-BE49-F238E27FC236}">
                <a16:creationId xmlns:a16="http://schemas.microsoft.com/office/drawing/2014/main" id="{B026985E-5F2A-597C-7FBC-28AED13D1558}"/>
              </a:ext>
            </a:extLst>
          </p:cNvPr>
          <p:cNvSpPr txBox="1"/>
          <p:nvPr/>
        </p:nvSpPr>
        <p:spPr>
          <a:xfrm>
            <a:off x="528727" y="2958551"/>
            <a:ext cx="165018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2711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535353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Deep Expertise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</p:txBody>
      </p:sp>
      <p:sp>
        <p:nvSpPr>
          <p:cNvPr id="87" name="TextBox 65">
            <a:extLst>
              <a:ext uri="{FF2B5EF4-FFF2-40B4-BE49-F238E27FC236}">
                <a16:creationId xmlns:a16="http://schemas.microsoft.com/office/drawing/2014/main" id="{B7F76FE8-C6EA-BC1B-744D-F48777AD6ACB}"/>
              </a:ext>
            </a:extLst>
          </p:cNvPr>
          <p:cNvSpPr txBox="1"/>
          <p:nvPr/>
        </p:nvSpPr>
        <p:spPr>
          <a:xfrm>
            <a:off x="7908927" y="3007279"/>
            <a:ext cx="1075794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535353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AI Driven</a:t>
            </a:r>
          </a:p>
        </p:txBody>
      </p:sp>
      <p:sp>
        <p:nvSpPr>
          <p:cNvPr id="88" name="TextBox 66">
            <a:extLst>
              <a:ext uri="{FF2B5EF4-FFF2-40B4-BE49-F238E27FC236}">
                <a16:creationId xmlns:a16="http://schemas.microsoft.com/office/drawing/2014/main" id="{8A70889B-6EFE-6548-C26C-38FD0F93AC67}"/>
              </a:ext>
            </a:extLst>
          </p:cNvPr>
          <p:cNvSpPr txBox="1"/>
          <p:nvPr/>
        </p:nvSpPr>
        <p:spPr>
          <a:xfrm>
            <a:off x="5214671" y="2966264"/>
            <a:ext cx="1621298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2711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>
                <a:srgbClr val="535353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Partner Impact</a:t>
            </a:r>
          </a:p>
        </p:txBody>
      </p:sp>
      <p:sp>
        <p:nvSpPr>
          <p:cNvPr id="89" name="TextBox 67">
            <a:extLst>
              <a:ext uri="{FF2B5EF4-FFF2-40B4-BE49-F238E27FC236}">
                <a16:creationId xmlns:a16="http://schemas.microsoft.com/office/drawing/2014/main" id="{14E8152D-28C8-26B2-671D-28B9789F0E29}"/>
              </a:ext>
            </a:extLst>
          </p:cNvPr>
          <p:cNvSpPr txBox="1"/>
          <p:nvPr/>
        </p:nvSpPr>
        <p:spPr>
          <a:xfrm>
            <a:off x="2592292" y="2978612"/>
            <a:ext cx="22392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271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33"/>
              </a:spcAft>
              <a:buClrTx/>
              <a:buSzTx/>
              <a:buFontTx/>
              <a:buNone/>
              <a:tabLst>
                <a:tab pos="455073" algn="l"/>
              </a:tabLst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Calibri"/>
              </a:rPr>
              <a:t>Scalable Automation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TextBox 68">
            <a:extLst>
              <a:ext uri="{FF2B5EF4-FFF2-40B4-BE49-F238E27FC236}">
                <a16:creationId xmlns:a16="http://schemas.microsoft.com/office/drawing/2014/main" id="{B38743BD-2A0C-C90C-AD11-3F9B54A5813F}"/>
              </a:ext>
            </a:extLst>
          </p:cNvPr>
          <p:cNvSpPr txBox="1"/>
          <p:nvPr/>
        </p:nvSpPr>
        <p:spPr>
          <a:xfrm>
            <a:off x="10250263" y="2966133"/>
            <a:ext cx="120045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2711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267"/>
              </a:spcAft>
              <a:buClr>
                <a:srgbClr val="535353"/>
              </a:buClr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rPr>
              <a:t>Revenue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393CD29-0790-E315-AABC-F77B94786B7D}"/>
              </a:ext>
            </a:extLst>
          </p:cNvPr>
          <p:cNvGrpSpPr/>
          <p:nvPr/>
        </p:nvGrpSpPr>
        <p:grpSpPr>
          <a:xfrm>
            <a:off x="1114227" y="2200411"/>
            <a:ext cx="479158" cy="527074"/>
            <a:chOff x="939800" y="1152525"/>
            <a:chExt cx="428625" cy="471487"/>
          </a:xfrm>
        </p:grpSpPr>
        <p:sp>
          <p:nvSpPr>
            <p:cNvPr id="141" name="Line 18">
              <a:extLst>
                <a:ext uri="{FF2B5EF4-FFF2-40B4-BE49-F238E27FC236}">
                  <a16:creationId xmlns:a16="http://schemas.microsoft.com/office/drawing/2014/main" id="{3FCB76EF-110B-2A6D-938B-4C38B3B2E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088" y="1214438"/>
              <a:ext cx="68262" cy="39687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2" name="Line 19">
              <a:extLst>
                <a:ext uri="{FF2B5EF4-FFF2-40B4-BE49-F238E27FC236}">
                  <a16:creationId xmlns:a16="http://schemas.microsoft.com/office/drawing/2014/main" id="{B88C3038-65AE-1C32-F944-3076B9FE1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0288" y="1214438"/>
              <a:ext cx="68262" cy="39687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3" name="Line 20">
              <a:extLst>
                <a:ext uri="{FF2B5EF4-FFF2-40B4-BE49-F238E27FC236}">
                  <a16:creationId xmlns:a16="http://schemas.microsoft.com/office/drawing/2014/main" id="{879673A6-D2BF-2ECF-DF03-0B090A84E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8088" y="1522413"/>
              <a:ext cx="68262" cy="41275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4" name="Line 21">
              <a:extLst>
                <a:ext uri="{FF2B5EF4-FFF2-40B4-BE49-F238E27FC236}">
                  <a16:creationId xmlns:a16="http://schemas.microsoft.com/office/drawing/2014/main" id="{32B2889A-9BFD-ED98-E51B-B2708A3F3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0288" y="1522413"/>
              <a:ext cx="68262" cy="41275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F21D468-AD8E-9F66-DAF5-5B19D356B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" y="1152525"/>
              <a:ext cx="60325" cy="60325"/>
            </a:xfrm>
            <a:prstGeom prst="ellips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6" name="Line 23">
              <a:extLst>
                <a:ext uri="{FF2B5EF4-FFF2-40B4-BE49-F238E27FC236}">
                  <a16:creationId xmlns:a16="http://schemas.microsoft.com/office/drawing/2014/main" id="{9ACA2A87-8DE5-6DEF-F20D-08603BC53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4113" y="1216025"/>
              <a:ext cx="0" cy="47625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DC735A5-8CB6-83AF-E5C2-ECFB76ED4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" y="1565275"/>
              <a:ext cx="60325" cy="58737"/>
            </a:xfrm>
            <a:prstGeom prst="ellips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8" name="Line 25">
              <a:extLst>
                <a:ext uri="{FF2B5EF4-FFF2-40B4-BE49-F238E27FC236}">
                  <a16:creationId xmlns:a16="http://schemas.microsoft.com/office/drawing/2014/main" id="{9E90EAEE-36A1-B237-5BAD-37F5FD606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4113" y="1516063"/>
              <a:ext cx="0" cy="44450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B5844B1D-70D7-0EA0-0270-68314B564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988" y="1250950"/>
              <a:ext cx="71437" cy="68262"/>
            </a:xfrm>
            <a:custGeom>
              <a:avLst/>
              <a:gdLst>
                <a:gd name="T0" fmla="*/ 28 w 39"/>
                <a:gd name="T1" fmla="*/ 34 h 38"/>
                <a:gd name="T2" fmla="*/ 5 w 39"/>
                <a:gd name="T3" fmla="*/ 28 h 38"/>
                <a:gd name="T4" fmla="*/ 11 w 39"/>
                <a:gd name="T5" fmla="*/ 5 h 38"/>
                <a:gd name="T6" fmla="*/ 34 w 39"/>
                <a:gd name="T7" fmla="*/ 11 h 38"/>
                <a:gd name="T8" fmla="*/ 28 w 39"/>
                <a:gd name="T9" fmla="*/ 3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28" y="34"/>
                  </a:moveTo>
                  <a:cubicBezTo>
                    <a:pt x="20" y="38"/>
                    <a:pt x="10" y="36"/>
                    <a:pt x="5" y="28"/>
                  </a:cubicBezTo>
                  <a:cubicBezTo>
                    <a:pt x="0" y="20"/>
                    <a:pt x="3" y="9"/>
                    <a:pt x="11" y="5"/>
                  </a:cubicBezTo>
                  <a:cubicBezTo>
                    <a:pt x="19" y="0"/>
                    <a:pt x="29" y="3"/>
                    <a:pt x="34" y="11"/>
                  </a:cubicBezTo>
                  <a:cubicBezTo>
                    <a:pt x="39" y="19"/>
                    <a:pt x="36" y="29"/>
                    <a:pt x="28" y="34"/>
                  </a:cubicBezTo>
                  <a:close/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0" name="Line 27">
              <a:extLst>
                <a:ext uri="{FF2B5EF4-FFF2-40B4-BE49-F238E27FC236}">
                  <a16:creationId xmlns:a16="http://schemas.microsoft.com/office/drawing/2014/main" id="{F3144E01-B5C0-26E2-E549-B50B17FDC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2063" y="1303338"/>
              <a:ext cx="39687" cy="22225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78899C4B-F274-5E72-3386-6FD574880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800" y="1250950"/>
              <a:ext cx="69850" cy="68262"/>
            </a:xfrm>
            <a:custGeom>
              <a:avLst/>
              <a:gdLst>
                <a:gd name="T0" fmla="*/ 11 w 38"/>
                <a:gd name="T1" fmla="*/ 34 h 38"/>
                <a:gd name="T2" fmla="*/ 33 w 38"/>
                <a:gd name="T3" fmla="*/ 28 h 38"/>
                <a:gd name="T4" fmla="*/ 27 w 38"/>
                <a:gd name="T5" fmla="*/ 5 h 38"/>
                <a:gd name="T6" fmla="*/ 5 w 38"/>
                <a:gd name="T7" fmla="*/ 11 h 38"/>
                <a:gd name="T8" fmla="*/ 11 w 38"/>
                <a:gd name="T9" fmla="*/ 3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11" y="34"/>
                  </a:moveTo>
                  <a:cubicBezTo>
                    <a:pt x="19" y="38"/>
                    <a:pt x="29" y="36"/>
                    <a:pt x="33" y="28"/>
                  </a:cubicBezTo>
                  <a:cubicBezTo>
                    <a:pt x="38" y="20"/>
                    <a:pt x="35" y="9"/>
                    <a:pt x="27" y="5"/>
                  </a:cubicBezTo>
                  <a:cubicBezTo>
                    <a:pt x="19" y="0"/>
                    <a:pt x="9" y="3"/>
                    <a:pt x="5" y="11"/>
                  </a:cubicBezTo>
                  <a:cubicBezTo>
                    <a:pt x="0" y="19"/>
                    <a:pt x="3" y="29"/>
                    <a:pt x="11" y="34"/>
                  </a:cubicBezTo>
                  <a:close/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2" name="Line 29">
              <a:extLst>
                <a:ext uri="{FF2B5EF4-FFF2-40B4-BE49-F238E27FC236}">
                  <a16:creationId xmlns:a16="http://schemas.microsoft.com/office/drawing/2014/main" id="{4672C288-FEC6-05E6-523F-D83D8D809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4888" y="1303338"/>
              <a:ext cx="39687" cy="22225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3" name="Freeform 30">
              <a:extLst>
                <a:ext uri="{FF2B5EF4-FFF2-40B4-BE49-F238E27FC236}">
                  <a16:creationId xmlns:a16="http://schemas.microsoft.com/office/drawing/2014/main" id="{FFAD2691-A9AD-457F-0ACE-3CCDF9BF8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800" y="1457325"/>
              <a:ext cx="69850" cy="69850"/>
            </a:xfrm>
            <a:custGeom>
              <a:avLst/>
              <a:gdLst>
                <a:gd name="T0" fmla="*/ 11 w 38"/>
                <a:gd name="T1" fmla="*/ 5 h 38"/>
                <a:gd name="T2" fmla="*/ 33 w 38"/>
                <a:gd name="T3" fmla="*/ 11 h 38"/>
                <a:gd name="T4" fmla="*/ 27 w 38"/>
                <a:gd name="T5" fmla="*/ 34 h 38"/>
                <a:gd name="T6" fmla="*/ 5 w 38"/>
                <a:gd name="T7" fmla="*/ 28 h 38"/>
                <a:gd name="T8" fmla="*/ 11 w 38"/>
                <a:gd name="T9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8">
                  <a:moveTo>
                    <a:pt x="11" y="5"/>
                  </a:moveTo>
                  <a:cubicBezTo>
                    <a:pt x="19" y="0"/>
                    <a:pt x="29" y="3"/>
                    <a:pt x="33" y="11"/>
                  </a:cubicBezTo>
                  <a:cubicBezTo>
                    <a:pt x="38" y="19"/>
                    <a:pt x="35" y="29"/>
                    <a:pt x="27" y="34"/>
                  </a:cubicBezTo>
                  <a:cubicBezTo>
                    <a:pt x="19" y="38"/>
                    <a:pt x="9" y="35"/>
                    <a:pt x="5" y="28"/>
                  </a:cubicBezTo>
                  <a:cubicBezTo>
                    <a:pt x="0" y="20"/>
                    <a:pt x="3" y="9"/>
                    <a:pt x="11" y="5"/>
                  </a:cubicBezTo>
                  <a:close/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4" name="Line 31">
              <a:extLst>
                <a:ext uri="{FF2B5EF4-FFF2-40B4-BE49-F238E27FC236}">
                  <a16:creationId xmlns:a16="http://schemas.microsoft.com/office/drawing/2014/main" id="{82FF9426-5D1C-4E3B-59EB-3205CCC6E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4888" y="1452563"/>
              <a:ext cx="39687" cy="23812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5" name="Freeform 32">
              <a:extLst>
                <a:ext uri="{FF2B5EF4-FFF2-40B4-BE49-F238E27FC236}">
                  <a16:creationId xmlns:a16="http://schemas.microsoft.com/office/drawing/2014/main" id="{367F2CE6-D5AC-E75A-7164-E220742CA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988" y="1457325"/>
              <a:ext cx="71437" cy="69850"/>
            </a:xfrm>
            <a:custGeom>
              <a:avLst/>
              <a:gdLst>
                <a:gd name="T0" fmla="*/ 28 w 39"/>
                <a:gd name="T1" fmla="*/ 5 h 38"/>
                <a:gd name="T2" fmla="*/ 5 w 39"/>
                <a:gd name="T3" fmla="*/ 11 h 38"/>
                <a:gd name="T4" fmla="*/ 11 w 39"/>
                <a:gd name="T5" fmla="*/ 34 h 38"/>
                <a:gd name="T6" fmla="*/ 34 w 39"/>
                <a:gd name="T7" fmla="*/ 28 h 38"/>
                <a:gd name="T8" fmla="*/ 28 w 39"/>
                <a:gd name="T9" fmla="*/ 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28" y="5"/>
                  </a:moveTo>
                  <a:cubicBezTo>
                    <a:pt x="20" y="0"/>
                    <a:pt x="10" y="3"/>
                    <a:pt x="5" y="11"/>
                  </a:cubicBezTo>
                  <a:cubicBezTo>
                    <a:pt x="0" y="19"/>
                    <a:pt x="3" y="29"/>
                    <a:pt x="11" y="34"/>
                  </a:cubicBezTo>
                  <a:cubicBezTo>
                    <a:pt x="19" y="38"/>
                    <a:pt x="29" y="35"/>
                    <a:pt x="34" y="28"/>
                  </a:cubicBezTo>
                  <a:cubicBezTo>
                    <a:pt x="39" y="20"/>
                    <a:pt x="36" y="9"/>
                    <a:pt x="28" y="5"/>
                  </a:cubicBezTo>
                  <a:close/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6" name="Line 33">
              <a:extLst>
                <a:ext uri="{FF2B5EF4-FFF2-40B4-BE49-F238E27FC236}">
                  <a16:creationId xmlns:a16="http://schemas.microsoft.com/office/drawing/2014/main" id="{7C365835-59A0-7F22-3E2C-EA2BF5880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62063" y="1452563"/>
              <a:ext cx="39687" cy="23812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7" name="Line 34">
              <a:extLst>
                <a:ext uri="{FF2B5EF4-FFF2-40B4-BE49-F238E27FC236}">
                  <a16:creationId xmlns:a16="http://schemas.microsoft.com/office/drawing/2014/main" id="{1EA10898-6D2E-B14C-AC32-5B655B3D4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8863" y="1389063"/>
              <a:ext cx="220662" cy="0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8" name="Freeform 35">
              <a:extLst>
                <a:ext uri="{FF2B5EF4-FFF2-40B4-BE49-F238E27FC236}">
                  <a16:creationId xmlns:a16="http://schemas.microsoft.com/office/drawing/2014/main" id="{87D35A4C-7C45-5A7C-46B4-E3E77B638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" y="1296988"/>
              <a:ext cx="63500" cy="215900"/>
            </a:xfrm>
            <a:custGeom>
              <a:avLst/>
              <a:gdLst>
                <a:gd name="T0" fmla="*/ 24 w 35"/>
                <a:gd name="T1" fmla="*/ 0 h 118"/>
                <a:gd name="T2" fmla="*/ 35 w 35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18">
                  <a:moveTo>
                    <a:pt x="24" y="0"/>
                  </a:moveTo>
                  <a:cubicBezTo>
                    <a:pt x="12" y="22"/>
                    <a:pt x="0" y="66"/>
                    <a:pt x="35" y="118"/>
                  </a:cubicBezTo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59" name="Freeform 36">
              <a:extLst>
                <a:ext uri="{FF2B5EF4-FFF2-40B4-BE49-F238E27FC236}">
                  <a16:creationId xmlns:a16="http://schemas.microsoft.com/office/drawing/2014/main" id="{88A504ED-8A2A-5392-888A-47D1B5B91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288" y="1296988"/>
              <a:ext cx="63500" cy="215900"/>
            </a:xfrm>
            <a:custGeom>
              <a:avLst/>
              <a:gdLst>
                <a:gd name="T0" fmla="*/ 12 w 35"/>
                <a:gd name="T1" fmla="*/ 0 h 118"/>
                <a:gd name="T2" fmla="*/ 0 w 35"/>
                <a:gd name="T3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" h="118">
                  <a:moveTo>
                    <a:pt x="12" y="0"/>
                  </a:moveTo>
                  <a:cubicBezTo>
                    <a:pt x="23" y="22"/>
                    <a:pt x="35" y="66"/>
                    <a:pt x="0" y="118"/>
                  </a:cubicBezTo>
                </a:path>
              </a:pathLst>
            </a:cu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A73637D2-ADB1-4547-0E9C-2A69A02DC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113" y="1263650"/>
              <a:ext cx="252412" cy="250825"/>
            </a:xfrm>
            <a:prstGeom prst="ellipse">
              <a:avLst/>
            </a:prstGeom>
            <a:noFill/>
            <a:ln w="17463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61" name="Line 38">
              <a:extLst>
                <a:ext uri="{FF2B5EF4-FFF2-40B4-BE49-F238E27FC236}">
                  <a16:creationId xmlns:a16="http://schemas.microsoft.com/office/drawing/2014/main" id="{8CF226C6-5EAF-5B1B-6683-F53F93D6D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725" y="1347788"/>
              <a:ext cx="0" cy="80962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62" name="Line 39">
              <a:extLst>
                <a:ext uri="{FF2B5EF4-FFF2-40B4-BE49-F238E27FC236}">
                  <a16:creationId xmlns:a16="http://schemas.microsoft.com/office/drawing/2014/main" id="{F5614759-AA71-2AC9-8465-5814E3B22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913" y="1347788"/>
              <a:ext cx="0" cy="80962"/>
            </a:xfrm>
            <a:prstGeom prst="line">
              <a:avLst/>
            </a:prstGeom>
            <a:noFill/>
            <a:ln w="17463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874BDFC-2153-85D8-AAAA-87137BC0F0AE}"/>
              </a:ext>
            </a:extLst>
          </p:cNvPr>
          <p:cNvGrpSpPr/>
          <p:nvPr/>
        </p:nvGrpSpPr>
        <p:grpSpPr>
          <a:xfrm>
            <a:off x="8197091" y="2260186"/>
            <a:ext cx="506230" cy="504363"/>
            <a:chOff x="9507538" y="1354138"/>
            <a:chExt cx="430212" cy="428626"/>
          </a:xfrm>
          <a:solidFill>
            <a:schemeClr val="bg1"/>
          </a:solidFill>
        </p:grpSpPr>
        <p:sp>
          <p:nvSpPr>
            <p:cNvPr id="131" name="Freeform 5">
              <a:extLst>
                <a:ext uri="{FF2B5EF4-FFF2-40B4-BE49-F238E27FC236}">
                  <a16:creationId xmlns:a16="http://schemas.microsoft.com/office/drawing/2014/main" id="{2F3E3196-2D01-08F4-946B-37A303CBB3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07538" y="1355725"/>
              <a:ext cx="430212" cy="427039"/>
            </a:xfrm>
            <a:custGeom>
              <a:avLst/>
              <a:gdLst>
                <a:gd name="T0" fmla="*/ 785 w 813"/>
                <a:gd name="T1" fmla="*/ 145 h 806"/>
                <a:gd name="T2" fmla="*/ 679 w 813"/>
                <a:gd name="T3" fmla="*/ 91 h 806"/>
                <a:gd name="T4" fmla="*/ 662 w 813"/>
                <a:gd name="T5" fmla="*/ 16 h 806"/>
                <a:gd name="T6" fmla="*/ 550 w 813"/>
                <a:gd name="T7" fmla="*/ 63 h 806"/>
                <a:gd name="T8" fmla="*/ 485 w 813"/>
                <a:gd name="T9" fmla="*/ 22 h 806"/>
                <a:gd name="T10" fmla="*/ 296 w 813"/>
                <a:gd name="T11" fmla="*/ 79 h 806"/>
                <a:gd name="T12" fmla="*/ 154 w 813"/>
                <a:gd name="T13" fmla="*/ 284 h 806"/>
                <a:gd name="T14" fmla="*/ 85 w 813"/>
                <a:gd name="T15" fmla="*/ 322 h 806"/>
                <a:gd name="T16" fmla="*/ 11 w 813"/>
                <a:gd name="T17" fmla="*/ 429 h 806"/>
                <a:gd name="T18" fmla="*/ 31 w 813"/>
                <a:gd name="T19" fmla="*/ 556 h 806"/>
                <a:gd name="T20" fmla="*/ 126 w 813"/>
                <a:gd name="T21" fmla="*/ 589 h 806"/>
                <a:gd name="T22" fmla="*/ 216 w 813"/>
                <a:gd name="T23" fmla="*/ 634 h 806"/>
                <a:gd name="T24" fmla="*/ 302 w 813"/>
                <a:gd name="T25" fmla="*/ 645 h 806"/>
                <a:gd name="T26" fmla="*/ 344 w 813"/>
                <a:gd name="T27" fmla="*/ 790 h 806"/>
                <a:gd name="T28" fmla="*/ 485 w 813"/>
                <a:gd name="T29" fmla="*/ 773 h 806"/>
                <a:gd name="T30" fmla="*/ 517 w 813"/>
                <a:gd name="T31" fmla="*/ 632 h 806"/>
                <a:gd name="T32" fmla="*/ 564 w 813"/>
                <a:gd name="T33" fmla="*/ 511 h 806"/>
                <a:gd name="T34" fmla="*/ 493 w 813"/>
                <a:gd name="T35" fmla="*/ 555 h 806"/>
                <a:gd name="T36" fmla="*/ 463 w 813"/>
                <a:gd name="T37" fmla="*/ 658 h 806"/>
                <a:gd name="T38" fmla="*/ 328 w 813"/>
                <a:gd name="T39" fmla="*/ 576 h 806"/>
                <a:gd name="T40" fmla="*/ 233 w 813"/>
                <a:gd name="T41" fmla="*/ 456 h 806"/>
                <a:gd name="T42" fmla="*/ 202 w 813"/>
                <a:gd name="T43" fmla="*/ 207 h 806"/>
                <a:gd name="T44" fmla="*/ 321 w 813"/>
                <a:gd name="T45" fmla="*/ 96 h 806"/>
                <a:gd name="T46" fmla="*/ 440 w 813"/>
                <a:gd name="T47" fmla="*/ 133 h 806"/>
                <a:gd name="T48" fmla="*/ 374 w 813"/>
                <a:gd name="T49" fmla="*/ 148 h 806"/>
                <a:gd name="T50" fmla="*/ 359 w 813"/>
                <a:gd name="T51" fmla="*/ 254 h 806"/>
                <a:gd name="T52" fmla="*/ 375 w 813"/>
                <a:gd name="T53" fmla="*/ 317 h 806"/>
                <a:gd name="T54" fmla="*/ 440 w 813"/>
                <a:gd name="T55" fmla="*/ 403 h 806"/>
                <a:gd name="T56" fmla="*/ 497 w 813"/>
                <a:gd name="T57" fmla="*/ 443 h 806"/>
                <a:gd name="T58" fmla="*/ 603 w 813"/>
                <a:gd name="T59" fmla="*/ 452 h 806"/>
                <a:gd name="T60" fmla="*/ 671 w 813"/>
                <a:gd name="T61" fmla="*/ 439 h 806"/>
                <a:gd name="T62" fmla="*/ 721 w 813"/>
                <a:gd name="T63" fmla="*/ 329 h 806"/>
                <a:gd name="T64" fmla="*/ 792 w 813"/>
                <a:gd name="T65" fmla="*/ 314 h 806"/>
                <a:gd name="T66" fmla="*/ 802 w 813"/>
                <a:gd name="T67" fmla="*/ 209 h 806"/>
                <a:gd name="T68" fmla="*/ 199 w 813"/>
                <a:gd name="T69" fmla="*/ 518 h 806"/>
                <a:gd name="T70" fmla="*/ 122 w 813"/>
                <a:gd name="T71" fmla="*/ 462 h 806"/>
                <a:gd name="T72" fmla="*/ 176 w 813"/>
                <a:gd name="T73" fmla="*/ 416 h 806"/>
                <a:gd name="T74" fmla="*/ 355 w 813"/>
                <a:gd name="T75" fmla="*/ 752 h 806"/>
                <a:gd name="T76" fmla="*/ 436 w 813"/>
                <a:gd name="T77" fmla="*/ 778 h 806"/>
                <a:gd name="T78" fmla="*/ 231 w 813"/>
                <a:gd name="T79" fmla="*/ 563 h 806"/>
                <a:gd name="T80" fmla="*/ 153 w 813"/>
                <a:gd name="T81" fmla="*/ 584 h 806"/>
                <a:gd name="T82" fmla="*/ 111 w 813"/>
                <a:gd name="T83" fmla="*/ 568 h 806"/>
                <a:gd name="T84" fmla="*/ 70 w 813"/>
                <a:gd name="T85" fmla="*/ 497 h 806"/>
                <a:gd name="T86" fmla="*/ 81 w 813"/>
                <a:gd name="T87" fmla="*/ 431 h 806"/>
                <a:gd name="T88" fmla="*/ 121 w 813"/>
                <a:gd name="T89" fmla="*/ 377 h 806"/>
                <a:gd name="T90" fmla="*/ 159 w 813"/>
                <a:gd name="T91" fmla="*/ 367 h 806"/>
                <a:gd name="T92" fmla="*/ 94 w 813"/>
                <a:gd name="T93" fmla="*/ 464 h 806"/>
                <a:gd name="T94" fmla="*/ 160 w 813"/>
                <a:gd name="T95" fmla="*/ 550 h 806"/>
                <a:gd name="T96" fmla="*/ 248 w 813"/>
                <a:gd name="T97" fmla="*/ 507 h 806"/>
                <a:gd name="T98" fmla="*/ 737 w 813"/>
                <a:gd name="T99" fmla="*/ 281 h 806"/>
                <a:gd name="T100" fmla="*/ 696 w 813"/>
                <a:gd name="T101" fmla="*/ 338 h 806"/>
                <a:gd name="T102" fmla="*/ 607 w 813"/>
                <a:gd name="T103" fmla="*/ 365 h 806"/>
                <a:gd name="T104" fmla="*/ 531 w 813"/>
                <a:gd name="T105" fmla="*/ 373 h 806"/>
                <a:gd name="T106" fmla="*/ 435 w 813"/>
                <a:gd name="T107" fmla="*/ 374 h 806"/>
                <a:gd name="T108" fmla="*/ 442 w 813"/>
                <a:gd name="T109" fmla="*/ 251 h 806"/>
                <a:gd name="T110" fmla="*/ 454 w 813"/>
                <a:gd name="T111" fmla="*/ 174 h 806"/>
                <a:gd name="T112" fmla="*/ 504 w 813"/>
                <a:gd name="T113" fmla="*/ 86 h 806"/>
                <a:gd name="T114" fmla="*/ 572 w 813"/>
                <a:gd name="T115" fmla="*/ 82 h 806"/>
                <a:gd name="T116" fmla="*/ 650 w 813"/>
                <a:gd name="T117" fmla="*/ 115 h 806"/>
                <a:gd name="T118" fmla="*/ 721 w 813"/>
                <a:gd name="T119" fmla="*/ 161 h 806"/>
                <a:gd name="T120" fmla="*/ 745 w 813"/>
                <a:gd name="T121" fmla="*/ 227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13" h="806">
                  <a:moveTo>
                    <a:pt x="802" y="209"/>
                  </a:moveTo>
                  <a:lnTo>
                    <a:pt x="749" y="201"/>
                  </a:lnTo>
                  <a:lnTo>
                    <a:pt x="749" y="201"/>
                  </a:lnTo>
                  <a:lnTo>
                    <a:pt x="744" y="199"/>
                  </a:lnTo>
                  <a:lnTo>
                    <a:pt x="740" y="196"/>
                  </a:lnTo>
                  <a:lnTo>
                    <a:pt x="739" y="192"/>
                  </a:lnTo>
                  <a:lnTo>
                    <a:pt x="737" y="186"/>
                  </a:lnTo>
                  <a:lnTo>
                    <a:pt x="737" y="186"/>
                  </a:lnTo>
                  <a:lnTo>
                    <a:pt x="740" y="181"/>
                  </a:lnTo>
                  <a:lnTo>
                    <a:pt x="743" y="177"/>
                  </a:lnTo>
                  <a:lnTo>
                    <a:pt x="785" y="145"/>
                  </a:lnTo>
                  <a:lnTo>
                    <a:pt x="785" y="145"/>
                  </a:lnTo>
                  <a:lnTo>
                    <a:pt x="789" y="141"/>
                  </a:lnTo>
                  <a:lnTo>
                    <a:pt x="790" y="136"/>
                  </a:lnTo>
                  <a:lnTo>
                    <a:pt x="790" y="131"/>
                  </a:lnTo>
                  <a:lnTo>
                    <a:pt x="788" y="127"/>
                  </a:lnTo>
                  <a:lnTo>
                    <a:pt x="740" y="62"/>
                  </a:lnTo>
                  <a:lnTo>
                    <a:pt x="740" y="62"/>
                  </a:lnTo>
                  <a:lnTo>
                    <a:pt x="736" y="58"/>
                  </a:lnTo>
                  <a:lnTo>
                    <a:pt x="731" y="57"/>
                  </a:lnTo>
                  <a:lnTo>
                    <a:pt x="725" y="57"/>
                  </a:lnTo>
                  <a:lnTo>
                    <a:pt x="721" y="59"/>
                  </a:lnTo>
                  <a:lnTo>
                    <a:pt x="721" y="59"/>
                  </a:lnTo>
                  <a:lnTo>
                    <a:pt x="679" y="91"/>
                  </a:lnTo>
                  <a:lnTo>
                    <a:pt x="679" y="91"/>
                  </a:lnTo>
                  <a:lnTo>
                    <a:pt x="674" y="94"/>
                  </a:lnTo>
                  <a:lnTo>
                    <a:pt x="668" y="94"/>
                  </a:lnTo>
                  <a:lnTo>
                    <a:pt x="663" y="92"/>
                  </a:lnTo>
                  <a:lnTo>
                    <a:pt x="659" y="88"/>
                  </a:lnTo>
                  <a:lnTo>
                    <a:pt x="659" y="88"/>
                  </a:lnTo>
                  <a:lnTo>
                    <a:pt x="658" y="83"/>
                  </a:lnTo>
                  <a:lnTo>
                    <a:pt x="657" y="78"/>
                  </a:lnTo>
                  <a:lnTo>
                    <a:pt x="664" y="26"/>
                  </a:lnTo>
                  <a:lnTo>
                    <a:pt x="664" y="26"/>
                  </a:lnTo>
                  <a:lnTo>
                    <a:pt x="664" y="21"/>
                  </a:lnTo>
                  <a:lnTo>
                    <a:pt x="662" y="16"/>
                  </a:lnTo>
                  <a:lnTo>
                    <a:pt x="658" y="13"/>
                  </a:lnTo>
                  <a:lnTo>
                    <a:pt x="653" y="11"/>
                  </a:lnTo>
                  <a:lnTo>
                    <a:pt x="653" y="11"/>
                  </a:lnTo>
                  <a:lnTo>
                    <a:pt x="653" y="11"/>
                  </a:lnTo>
                  <a:lnTo>
                    <a:pt x="573" y="0"/>
                  </a:lnTo>
                  <a:lnTo>
                    <a:pt x="573" y="0"/>
                  </a:lnTo>
                  <a:lnTo>
                    <a:pt x="568" y="0"/>
                  </a:lnTo>
                  <a:lnTo>
                    <a:pt x="562" y="3"/>
                  </a:lnTo>
                  <a:lnTo>
                    <a:pt x="560" y="5"/>
                  </a:lnTo>
                  <a:lnTo>
                    <a:pt x="557" y="11"/>
                  </a:lnTo>
                  <a:lnTo>
                    <a:pt x="557" y="11"/>
                  </a:lnTo>
                  <a:lnTo>
                    <a:pt x="550" y="63"/>
                  </a:lnTo>
                  <a:lnTo>
                    <a:pt x="550" y="63"/>
                  </a:lnTo>
                  <a:lnTo>
                    <a:pt x="548" y="69"/>
                  </a:lnTo>
                  <a:lnTo>
                    <a:pt x="545" y="73"/>
                  </a:lnTo>
                  <a:lnTo>
                    <a:pt x="540" y="74"/>
                  </a:lnTo>
                  <a:lnTo>
                    <a:pt x="534" y="75"/>
                  </a:lnTo>
                  <a:lnTo>
                    <a:pt x="534" y="75"/>
                  </a:lnTo>
                  <a:lnTo>
                    <a:pt x="531" y="73"/>
                  </a:lnTo>
                  <a:lnTo>
                    <a:pt x="527" y="70"/>
                  </a:lnTo>
                  <a:lnTo>
                    <a:pt x="495" y="28"/>
                  </a:lnTo>
                  <a:lnTo>
                    <a:pt x="495" y="28"/>
                  </a:lnTo>
                  <a:lnTo>
                    <a:pt x="491" y="24"/>
                  </a:lnTo>
                  <a:lnTo>
                    <a:pt x="485" y="22"/>
                  </a:lnTo>
                  <a:lnTo>
                    <a:pt x="480" y="22"/>
                  </a:lnTo>
                  <a:lnTo>
                    <a:pt x="475" y="25"/>
                  </a:lnTo>
                  <a:lnTo>
                    <a:pt x="475" y="25"/>
                  </a:lnTo>
                  <a:lnTo>
                    <a:pt x="435" y="54"/>
                  </a:lnTo>
                  <a:lnTo>
                    <a:pt x="435" y="54"/>
                  </a:lnTo>
                  <a:lnTo>
                    <a:pt x="407" y="53"/>
                  </a:lnTo>
                  <a:lnTo>
                    <a:pt x="379" y="54"/>
                  </a:lnTo>
                  <a:lnTo>
                    <a:pt x="379" y="54"/>
                  </a:lnTo>
                  <a:lnTo>
                    <a:pt x="358" y="58"/>
                  </a:lnTo>
                  <a:lnTo>
                    <a:pt x="336" y="63"/>
                  </a:lnTo>
                  <a:lnTo>
                    <a:pt x="316" y="71"/>
                  </a:lnTo>
                  <a:lnTo>
                    <a:pt x="296" y="79"/>
                  </a:lnTo>
                  <a:lnTo>
                    <a:pt x="276" y="90"/>
                  </a:lnTo>
                  <a:lnTo>
                    <a:pt x="259" y="102"/>
                  </a:lnTo>
                  <a:lnTo>
                    <a:pt x="241" y="115"/>
                  </a:lnTo>
                  <a:lnTo>
                    <a:pt x="225" y="129"/>
                  </a:lnTo>
                  <a:lnTo>
                    <a:pt x="212" y="145"/>
                  </a:lnTo>
                  <a:lnTo>
                    <a:pt x="199" y="162"/>
                  </a:lnTo>
                  <a:lnTo>
                    <a:pt x="187" y="180"/>
                  </a:lnTo>
                  <a:lnTo>
                    <a:pt x="176" y="199"/>
                  </a:lnTo>
                  <a:lnTo>
                    <a:pt x="168" y="219"/>
                  </a:lnTo>
                  <a:lnTo>
                    <a:pt x="162" y="240"/>
                  </a:lnTo>
                  <a:lnTo>
                    <a:pt x="156" y="262"/>
                  </a:lnTo>
                  <a:lnTo>
                    <a:pt x="154" y="284"/>
                  </a:lnTo>
                  <a:lnTo>
                    <a:pt x="154" y="284"/>
                  </a:lnTo>
                  <a:lnTo>
                    <a:pt x="153" y="295"/>
                  </a:lnTo>
                  <a:lnTo>
                    <a:pt x="149" y="295"/>
                  </a:lnTo>
                  <a:lnTo>
                    <a:pt x="149" y="295"/>
                  </a:lnTo>
                  <a:lnTo>
                    <a:pt x="145" y="296"/>
                  </a:lnTo>
                  <a:lnTo>
                    <a:pt x="141" y="299"/>
                  </a:lnTo>
                  <a:lnTo>
                    <a:pt x="138" y="301"/>
                  </a:lnTo>
                  <a:lnTo>
                    <a:pt x="135" y="305"/>
                  </a:lnTo>
                  <a:lnTo>
                    <a:pt x="126" y="350"/>
                  </a:lnTo>
                  <a:lnTo>
                    <a:pt x="89" y="324"/>
                  </a:lnTo>
                  <a:lnTo>
                    <a:pt x="89" y="324"/>
                  </a:lnTo>
                  <a:lnTo>
                    <a:pt x="85" y="322"/>
                  </a:lnTo>
                  <a:lnTo>
                    <a:pt x="80" y="322"/>
                  </a:lnTo>
                  <a:lnTo>
                    <a:pt x="76" y="324"/>
                  </a:lnTo>
                  <a:lnTo>
                    <a:pt x="72" y="326"/>
                  </a:lnTo>
                  <a:lnTo>
                    <a:pt x="32" y="366"/>
                  </a:lnTo>
                  <a:lnTo>
                    <a:pt x="32" y="366"/>
                  </a:lnTo>
                  <a:lnTo>
                    <a:pt x="29" y="370"/>
                  </a:lnTo>
                  <a:lnTo>
                    <a:pt x="28" y="374"/>
                  </a:lnTo>
                  <a:lnTo>
                    <a:pt x="28" y="379"/>
                  </a:lnTo>
                  <a:lnTo>
                    <a:pt x="31" y="383"/>
                  </a:lnTo>
                  <a:lnTo>
                    <a:pt x="56" y="420"/>
                  </a:lnTo>
                  <a:lnTo>
                    <a:pt x="11" y="429"/>
                  </a:lnTo>
                  <a:lnTo>
                    <a:pt x="11" y="429"/>
                  </a:lnTo>
                  <a:lnTo>
                    <a:pt x="7" y="432"/>
                  </a:lnTo>
                  <a:lnTo>
                    <a:pt x="4" y="435"/>
                  </a:lnTo>
                  <a:lnTo>
                    <a:pt x="1" y="439"/>
                  </a:lnTo>
                  <a:lnTo>
                    <a:pt x="0" y="443"/>
                  </a:lnTo>
                  <a:lnTo>
                    <a:pt x="0" y="497"/>
                  </a:lnTo>
                  <a:lnTo>
                    <a:pt x="0" y="497"/>
                  </a:lnTo>
                  <a:lnTo>
                    <a:pt x="1" y="501"/>
                  </a:lnTo>
                  <a:lnTo>
                    <a:pt x="4" y="505"/>
                  </a:lnTo>
                  <a:lnTo>
                    <a:pt x="7" y="509"/>
                  </a:lnTo>
                  <a:lnTo>
                    <a:pt x="11" y="510"/>
                  </a:lnTo>
                  <a:lnTo>
                    <a:pt x="56" y="519"/>
                  </a:lnTo>
                  <a:lnTo>
                    <a:pt x="31" y="556"/>
                  </a:lnTo>
                  <a:lnTo>
                    <a:pt x="31" y="556"/>
                  </a:lnTo>
                  <a:lnTo>
                    <a:pt x="28" y="560"/>
                  </a:lnTo>
                  <a:lnTo>
                    <a:pt x="28" y="566"/>
                  </a:lnTo>
                  <a:lnTo>
                    <a:pt x="29" y="569"/>
                  </a:lnTo>
                  <a:lnTo>
                    <a:pt x="32" y="573"/>
                  </a:lnTo>
                  <a:lnTo>
                    <a:pt x="72" y="613"/>
                  </a:lnTo>
                  <a:lnTo>
                    <a:pt x="72" y="613"/>
                  </a:lnTo>
                  <a:lnTo>
                    <a:pt x="76" y="616"/>
                  </a:lnTo>
                  <a:lnTo>
                    <a:pt x="81" y="617"/>
                  </a:lnTo>
                  <a:lnTo>
                    <a:pt x="85" y="617"/>
                  </a:lnTo>
                  <a:lnTo>
                    <a:pt x="89" y="616"/>
                  </a:lnTo>
                  <a:lnTo>
                    <a:pt x="126" y="589"/>
                  </a:lnTo>
                  <a:lnTo>
                    <a:pt x="135" y="634"/>
                  </a:lnTo>
                  <a:lnTo>
                    <a:pt x="135" y="634"/>
                  </a:lnTo>
                  <a:lnTo>
                    <a:pt x="138" y="638"/>
                  </a:lnTo>
                  <a:lnTo>
                    <a:pt x="141" y="642"/>
                  </a:lnTo>
                  <a:lnTo>
                    <a:pt x="145" y="643"/>
                  </a:lnTo>
                  <a:lnTo>
                    <a:pt x="149" y="645"/>
                  </a:lnTo>
                  <a:lnTo>
                    <a:pt x="203" y="645"/>
                  </a:lnTo>
                  <a:lnTo>
                    <a:pt x="203" y="645"/>
                  </a:lnTo>
                  <a:lnTo>
                    <a:pt x="207" y="643"/>
                  </a:lnTo>
                  <a:lnTo>
                    <a:pt x="211" y="642"/>
                  </a:lnTo>
                  <a:lnTo>
                    <a:pt x="215" y="638"/>
                  </a:lnTo>
                  <a:lnTo>
                    <a:pt x="216" y="634"/>
                  </a:lnTo>
                  <a:lnTo>
                    <a:pt x="225" y="589"/>
                  </a:lnTo>
                  <a:lnTo>
                    <a:pt x="263" y="616"/>
                  </a:lnTo>
                  <a:lnTo>
                    <a:pt x="263" y="616"/>
                  </a:lnTo>
                  <a:lnTo>
                    <a:pt x="267" y="617"/>
                  </a:lnTo>
                  <a:lnTo>
                    <a:pt x="272" y="617"/>
                  </a:lnTo>
                  <a:lnTo>
                    <a:pt x="276" y="616"/>
                  </a:lnTo>
                  <a:lnTo>
                    <a:pt x="280" y="613"/>
                  </a:lnTo>
                  <a:lnTo>
                    <a:pt x="301" y="593"/>
                  </a:lnTo>
                  <a:lnTo>
                    <a:pt x="301" y="632"/>
                  </a:lnTo>
                  <a:lnTo>
                    <a:pt x="301" y="632"/>
                  </a:lnTo>
                  <a:lnTo>
                    <a:pt x="301" y="638"/>
                  </a:lnTo>
                  <a:lnTo>
                    <a:pt x="302" y="645"/>
                  </a:lnTo>
                  <a:lnTo>
                    <a:pt x="305" y="651"/>
                  </a:lnTo>
                  <a:lnTo>
                    <a:pt x="308" y="658"/>
                  </a:lnTo>
                  <a:lnTo>
                    <a:pt x="312" y="663"/>
                  </a:lnTo>
                  <a:lnTo>
                    <a:pt x="317" y="669"/>
                  </a:lnTo>
                  <a:lnTo>
                    <a:pt x="322" y="674"/>
                  </a:lnTo>
                  <a:lnTo>
                    <a:pt x="328" y="678"/>
                  </a:lnTo>
                  <a:lnTo>
                    <a:pt x="328" y="752"/>
                  </a:lnTo>
                  <a:lnTo>
                    <a:pt x="328" y="752"/>
                  </a:lnTo>
                  <a:lnTo>
                    <a:pt x="329" y="762"/>
                  </a:lnTo>
                  <a:lnTo>
                    <a:pt x="332" y="773"/>
                  </a:lnTo>
                  <a:lnTo>
                    <a:pt x="337" y="782"/>
                  </a:lnTo>
                  <a:lnTo>
                    <a:pt x="344" y="790"/>
                  </a:lnTo>
                  <a:lnTo>
                    <a:pt x="351" y="797"/>
                  </a:lnTo>
                  <a:lnTo>
                    <a:pt x="361" y="802"/>
                  </a:lnTo>
                  <a:lnTo>
                    <a:pt x="371" y="805"/>
                  </a:lnTo>
                  <a:lnTo>
                    <a:pt x="382" y="806"/>
                  </a:lnTo>
                  <a:lnTo>
                    <a:pt x="436" y="806"/>
                  </a:lnTo>
                  <a:lnTo>
                    <a:pt x="436" y="806"/>
                  </a:lnTo>
                  <a:lnTo>
                    <a:pt x="447" y="805"/>
                  </a:lnTo>
                  <a:lnTo>
                    <a:pt x="456" y="802"/>
                  </a:lnTo>
                  <a:lnTo>
                    <a:pt x="466" y="797"/>
                  </a:lnTo>
                  <a:lnTo>
                    <a:pt x="473" y="790"/>
                  </a:lnTo>
                  <a:lnTo>
                    <a:pt x="480" y="782"/>
                  </a:lnTo>
                  <a:lnTo>
                    <a:pt x="485" y="773"/>
                  </a:lnTo>
                  <a:lnTo>
                    <a:pt x="488" y="762"/>
                  </a:lnTo>
                  <a:lnTo>
                    <a:pt x="489" y="752"/>
                  </a:lnTo>
                  <a:lnTo>
                    <a:pt x="489" y="678"/>
                  </a:lnTo>
                  <a:lnTo>
                    <a:pt x="489" y="678"/>
                  </a:lnTo>
                  <a:lnTo>
                    <a:pt x="496" y="674"/>
                  </a:lnTo>
                  <a:lnTo>
                    <a:pt x="501" y="669"/>
                  </a:lnTo>
                  <a:lnTo>
                    <a:pt x="505" y="663"/>
                  </a:lnTo>
                  <a:lnTo>
                    <a:pt x="509" y="658"/>
                  </a:lnTo>
                  <a:lnTo>
                    <a:pt x="512" y="651"/>
                  </a:lnTo>
                  <a:lnTo>
                    <a:pt x="515" y="645"/>
                  </a:lnTo>
                  <a:lnTo>
                    <a:pt x="516" y="638"/>
                  </a:lnTo>
                  <a:lnTo>
                    <a:pt x="517" y="632"/>
                  </a:lnTo>
                  <a:lnTo>
                    <a:pt x="517" y="577"/>
                  </a:lnTo>
                  <a:lnTo>
                    <a:pt x="517" y="577"/>
                  </a:lnTo>
                  <a:lnTo>
                    <a:pt x="517" y="569"/>
                  </a:lnTo>
                  <a:lnTo>
                    <a:pt x="519" y="562"/>
                  </a:lnTo>
                  <a:lnTo>
                    <a:pt x="521" y="554"/>
                  </a:lnTo>
                  <a:lnTo>
                    <a:pt x="525" y="547"/>
                  </a:lnTo>
                  <a:lnTo>
                    <a:pt x="529" y="539"/>
                  </a:lnTo>
                  <a:lnTo>
                    <a:pt x="534" y="534"/>
                  </a:lnTo>
                  <a:lnTo>
                    <a:pt x="541" y="527"/>
                  </a:lnTo>
                  <a:lnTo>
                    <a:pt x="548" y="523"/>
                  </a:lnTo>
                  <a:lnTo>
                    <a:pt x="548" y="523"/>
                  </a:lnTo>
                  <a:lnTo>
                    <a:pt x="564" y="511"/>
                  </a:lnTo>
                  <a:lnTo>
                    <a:pt x="580" y="499"/>
                  </a:lnTo>
                  <a:lnTo>
                    <a:pt x="561" y="478"/>
                  </a:lnTo>
                  <a:lnTo>
                    <a:pt x="561" y="478"/>
                  </a:lnTo>
                  <a:lnTo>
                    <a:pt x="548" y="490"/>
                  </a:lnTo>
                  <a:lnTo>
                    <a:pt x="533" y="501"/>
                  </a:lnTo>
                  <a:lnTo>
                    <a:pt x="533" y="501"/>
                  </a:lnTo>
                  <a:lnTo>
                    <a:pt x="524" y="507"/>
                  </a:lnTo>
                  <a:lnTo>
                    <a:pt x="515" y="515"/>
                  </a:lnTo>
                  <a:lnTo>
                    <a:pt x="508" y="525"/>
                  </a:lnTo>
                  <a:lnTo>
                    <a:pt x="501" y="534"/>
                  </a:lnTo>
                  <a:lnTo>
                    <a:pt x="496" y="544"/>
                  </a:lnTo>
                  <a:lnTo>
                    <a:pt x="493" y="555"/>
                  </a:lnTo>
                  <a:lnTo>
                    <a:pt x="491" y="566"/>
                  </a:lnTo>
                  <a:lnTo>
                    <a:pt x="489" y="577"/>
                  </a:lnTo>
                  <a:lnTo>
                    <a:pt x="489" y="632"/>
                  </a:lnTo>
                  <a:lnTo>
                    <a:pt x="489" y="632"/>
                  </a:lnTo>
                  <a:lnTo>
                    <a:pt x="489" y="637"/>
                  </a:lnTo>
                  <a:lnTo>
                    <a:pt x="488" y="642"/>
                  </a:lnTo>
                  <a:lnTo>
                    <a:pt x="485" y="646"/>
                  </a:lnTo>
                  <a:lnTo>
                    <a:pt x="481" y="650"/>
                  </a:lnTo>
                  <a:lnTo>
                    <a:pt x="477" y="653"/>
                  </a:lnTo>
                  <a:lnTo>
                    <a:pt x="473" y="655"/>
                  </a:lnTo>
                  <a:lnTo>
                    <a:pt x="468" y="658"/>
                  </a:lnTo>
                  <a:lnTo>
                    <a:pt x="463" y="658"/>
                  </a:lnTo>
                  <a:lnTo>
                    <a:pt x="355" y="658"/>
                  </a:lnTo>
                  <a:lnTo>
                    <a:pt x="355" y="658"/>
                  </a:lnTo>
                  <a:lnTo>
                    <a:pt x="349" y="658"/>
                  </a:lnTo>
                  <a:lnTo>
                    <a:pt x="345" y="655"/>
                  </a:lnTo>
                  <a:lnTo>
                    <a:pt x="340" y="653"/>
                  </a:lnTo>
                  <a:lnTo>
                    <a:pt x="336" y="650"/>
                  </a:lnTo>
                  <a:lnTo>
                    <a:pt x="333" y="646"/>
                  </a:lnTo>
                  <a:lnTo>
                    <a:pt x="330" y="642"/>
                  </a:lnTo>
                  <a:lnTo>
                    <a:pt x="329" y="637"/>
                  </a:lnTo>
                  <a:lnTo>
                    <a:pt x="328" y="632"/>
                  </a:lnTo>
                  <a:lnTo>
                    <a:pt x="328" y="576"/>
                  </a:lnTo>
                  <a:lnTo>
                    <a:pt x="328" y="576"/>
                  </a:lnTo>
                  <a:lnTo>
                    <a:pt x="328" y="566"/>
                  </a:lnTo>
                  <a:lnTo>
                    <a:pt x="325" y="554"/>
                  </a:lnTo>
                  <a:lnTo>
                    <a:pt x="321" y="543"/>
                  </a:lnTo>
                  <a:lnTo>
                    <a:pt x="316" y="534"/>
                  </a:lnTo>
                  <a:lnTo>
                    <a:pt x="310" y="525"/>
                  </a:lnTo>
                  <a:lnTo>
                    <a:pt x="302" y="515"/>
                  </a:lnTo>
                  <a:lnTo>
                    <a:pt x="294" y="507"/>
                  </a:lnTo>
                  <a:lnTo>
                    <a:pt x="285" y="501"/>
                  </a:lnTo>
                  <a:lnTo>
                    <a:pt x="285" y="501"/>
                  </a:lnTo>
                  <a:lnTo>
                    <a:pt x="265" y="488"/>
                  </a:lnTo>
                  <a:lnTo>
                    <a:pt x="248" y="473"/>
                  </a:lnTo>
                  <a:lnTo>
                    <a:pt x="233" y="456"/>
                  </a:lnTo>
                  <a:lnTo>
                    <a:pt x="219" y="439"/>
                  </a:lnTo>
                  <a:lnTo>
                    <a:pt x="207" y="420"/>
                  </a:lnTo>
                  <a:lnTo>
                    <a:pt x="198" y="400"/>
                  </a:lnTo>
                  <a:lnTo>
                    <a:pt x="190" y="379"/>
                  </a:lnTo>
                  <a:lnTo>
                    <a:pt x="184" y="358"/>
                  </a:lnTo>
                  <a:lnTo>
                    <a:pt x="180" y="337"/>
                  </a:lnTo>
                  <a:lnTo>
                    <a:pt x="178" y="316"/>
                  </a:lnTo>
                  <a:lnTo>
                    <a:pt x="179" y="293"/>
                  </a:lnTo>
                  <a:lnTo>
                    <a:pt x="180" y="271"/>
                  </a:lnTo>
                  <a:lnTo>
                    <a:pt x="186" y="250"/>
                  </a:lnTo>
                  <a:lnTo>
                    <a:pt x="192" y="229"/>
                  </a:lnTo>
                  <a:lnTo>
                    <a:pt x="202" y="207"/>
                  </a:lnTo>
                  <a:lnTo>
                    <a:pt x="214" y="186"/>
                  </a:lnTo>
                  <a:lnTo>
                    <a:pt x="214" y="186"/>
                  </a:lnTo>
                  <a:lnTo>
                    <a:pt x="221" y="174"/>
                  </a:lnTo>
                  <a:lnTo>
                    <a:pt x="231" y="164"/>
                  </a:lnTo>
                  <a:lnTo>
                    <a:pt x="240" y="152"/>
                  </a:lnTo>
                  <a:lnTo>
                    <a:pt x="249" y="143"/>
                  </a:lnTo>
                  <a:lnTo>
                    <a:pt x="260" y="133"/>
                  </a:lnTo>
                  <a:lnTo>
                    <a:pt x="272" y="124"/>
                  </a:lnTo>
                  <a:lnTo>
                    <a:pt x="284" y="116"/>
                  </a:lnTo>
                  <a:lnTo>
                    <a:pt x="296" y="108"/>
                  </a:lnTo>
                  <a:lnTo>
                    <a:pt x="309" y="102"/>
                  </a:lnTo>
                  <a:lnTo>
                    <a:pt x="321" y="96"/>
                  </a:lnTo>
                  <a:lnTo>
                    <a:pt x="334" y="91"/>
                  </a:lnTo>
                  <a:lnTo>
                    <a:pt x="349" y="87"/>
                  </a:lnTo>
                  <a:lnTo>
                    <a:pt x="362" y="85"/>
                  </a:lnTo>
                  <a:lnTo>
                    <a:pt x="377" y="82"/>
                  </a:lnTo>
                  <a:lnTo>
                    <a:pt x="391" y="81"/>
                  </a:lnTo>
                  <a:lnTo>
                    <a:pt x="406" y="81"/>
                  </a:lnTo>
                  <a:lnTo>
                    <a:pt x="406" y="81"/>
                  </a:lnTo>
                  <a:lnTo>
                    <a:pt x="406" y="82"/>
                  </a:lnTo>
                  <a:lnTo>
                    <a:pt x="406" y="82"/>
                  </a:lnTo>
                  <a:lnTo>
                    <a:pt x="406" y="87"/>
                  </a:lnTo>
                  <a:lnTo>
                    <a:pt x="408" y="91"/>
                  </a:lnTo>
                  <a:lnTo>
                    <a:pt x="440" y="133"/>
                  </a:lnTo>
                  <a:lnTo>
                    <a:pt x="440" y="133"/>
                  </a:lnTo>
                  <a:lnTo>
                    <a:pt x="442" y="137"/>
                  </a:lnTo>
                  <a:lnTo>
                    <a:pt x="443" y="141"/>
                  </a:lnTo>
                  <a:lnTo>
                    <a:pt x="442" y="145"/>
                  </a:lnTo>
                  <a:lnTo>
                    <a:pt x="440" y="149"/>
                  </a:lnTo>
                  <a:lnTo>
                    <a:pt x="440" y="149"/>
                  </a:lnTo>
                  <a:lnTo>
                    <a:pt x="438" y="152"/>
                  </a:lnTo>
                  <a:lnTo>
                    <a:pt x="435" y="155"/>
                  </a:lnTo>
                  <a:lnTo>
                    <a:pt x="431" y="156"/>
                  </a:lnTo>
                  <a:lnTo>
                    <a:pt x="427" y="156"/>
                  </a:lnTo>
                  <a:lnTo>
                    <a:pt x="374" y="148"/>
                  </a:lnTo>
                  <a:lnTo>
                    <a:pt x="374" y="148"/>
                  </a:lnTo>
                  <a:lnTo>
                    <a:pt x="369" y="148"/>
                  </a:lnTo>
                  <a:lnTo>
                    <a:pt x="365" y="151"/>
                  </a:lnTo>
                  <a:lnTo>
                    <a:pt x="361" y="155"/>
                  </a:lnTo>
                  <a:lnTo>
                    <a:pt x="359" y="160"/>
                  </a:lnTo>
                  <a:lnTo>
                    <a:pt x="359" y="160"/>
                  </a:lnTo>
                  <a:lnTo>
                    <a:pt x="359" y="160"/>
                  </a:lnTo>
                  <a:lnTo>
                    <a:pt x="347" y="239"/>
                  </a:lnTo>
                  <a:lnTo>
                    <a:pt x="347" y="239"/>
                  </a:lnTo>
                  <a:lnTo>
                    <a:pt x="349" y="244"/>
                  </a:lnTo>
                  <a:lnTo>
                    <a:pt x="350" y="248"/>
                  </a:lnTo>
                  <a:lnTo>
                    <a:pt x="354" y="252"/>
                  </a:lnTo>
                  <a:lnTo>
                    <a:pt x="359" y="254"/>
                  </a:lnTo>
                  <a:lnTo>
                    <a:pt x="359" y="254"/>
                  </a:lnTo>
                  <a:lnTo>
                    <a:pt x="359" y="254"/>
                  </a:lnTo>
                  <a:lnTo>
                    <a:pt x="411" y="262"/>
                  </a:lnTo>
                  <a:lnTo>
                    <a:pt x="411" y="262"/>
                  </a:lnTo>
                  <a:lnTo>
                    <a:pt x="416" y="263"/>
                  </a:lnTo>
                  <a:lnTo>
                    <a:pt x="420" y="267"/>
                  </a:lnTo>
                  <a:lnTo>
                    <a:pt x="423" y="272"/>
                  </a:lnTo>
                  <a:lnTo>
                    <a:pt x="423" y="277"/>
                  </a:lnTo>
                  <a:lnTo>
                    <a:pt x="423" y="277"/>
                  </a:lnTo>
                  <a:lnTo>
                    <a:pt x="422" y="281"/>
                  </a:lnTo>
                  <a:lnTo>
                    <a:pt x="418" y="285"/>
                  </a:lnTo>
                  <a:lnTo>
                    <a:pt x="375" y="317"/>
                  </a:lnTo>
                  <a:lnTo>
                    <a:pt x="375" y="317"/>
                  </a:lnTo>
                  <a:lnTo>
                    <a:pt x="371" y="321"/>
                  </a:lnTo>
                  <a:lnTo>
                    <a:pt x="370" y="326"/>
                  </a:lnTo>
                  <a:lnTo>
                    <a:pt x="370" y="332"/>
                  </a:lnTo>
                  <a:lnTo>
                    <a:pt x="373" y="337"/>
                  </a:lnTo>
                  <a:lnTo>
                    <a:pt x="422" y="400"/>
                  </a:lnTo>
                  <a:lnTo>
                    <a:pt x="422" y="400"/>
                  </a:lnTo>
                  <a:lnTo>
                    <a:pt x="426" y="404"/>
                  </a:lnTo>
                  <a:lnTo>
                    <a:pt x="430" y="406"/>
                  </a:lnTo>
                  <a:lnTo>
                    <a:pt x="435" y="406"/>
                  </a:lnTo>
                  <a:lnTo>
                    <a:pt x="440" y="403"/>
                  </a:lnTo>
                  <a:lnTo>
                    <a:pt x="440" y="403"/>
                  </a:lnTo>
                  <a:lnTo>
                    <a:pt x="483" y="371"/>
                  </a:lnTo>
                  <a:lnTo>
                    <a:pt x="483" y="371"/>
                  </a:lnTo>
                  <a:lnTo>
                    <a:pt x="488" y="370"/>
                  </a:lnTo>
                  <a:lnTo>
                    <a:pt x="493" y="369"/>
                  </a:lnTo>
                  <a:lnTo>
                    <a:pt x="497" y="371"/>
                  </a:lnTo>
                  <a:lnTo>
                    <a:pt x="501" y="374"/>
                  </a:lnTo>
                  <a:lnTo>
                    <a:pt x="501" y="374"/>
                  </a:lnTo>
                  <a:lnTo>
                    <a:pt x="504" y="379"/>
                  </a:lnTo>
                  <a:lnTo>
                    <a:pt x="504" y="384"/>
                  </a:lnTo>
                  <a:lnTo>
                    <a:pt x="496" y="437"/>
                  </a:lnTo>
                  <a:lnTo>
                    <a:pt x="496" y="437"/>
                  </a:lnTo>
                  <a:lnTo>
                    <a:pt x="497" y="443"/>
                  </a:lnTo>
                  <a:lnTo>
                    <a:pt x="499" y="447"/>
                  </a:lnTo>
                  <a:lnTo>
                    <a:pt x="503" y="451"/>
                  </a:lnTo>
                  <a:lnTo>
                    <a:pt x="508" y="452"/>
                  </a:lnTo>
                  <a:lnTo>
                    <a:pt x="508" y="452"/>
                  </a:lnTo>
                  <a:lnTo>
                    <a:pt x="589" y="464"/>
                  </a:lnTo>
                  <a:lnTo>
                    <a:pt x="589" y="464"/>
                  </a:lnTo>
                  <a:lnTo>
                    <a:pt x="590" y="464"/>
                  </a:lnTo>
                  <a:lnTo>
                    <a:pt x="590" y="464"/>
                  </a:lnTo>
                  <a:lnTo>
                    <a:pt x="595" y="462"/>
                  </a:lnTo>
                  <a:lnTo>
                    <a:pt x="599" y="460"/>
                  </a:lnTo>
                  <a:lnTo>
                    <a:pt x="602" y="457"/>
                  </a:lnTo>
                  <a:lnTo>
                    <a:pt x="603" y="452"/>
                  </a:lnTo>
                  <a:lnTo>
                    <a:pt x="611" y="399"/>
                  </a:lnTo>
                  <a:lnTo>
                    <a:pt x="611" y="399"/>
                  </a:lnTo>
                  <a:lnTo>
                    <a:pt x="613" y="395"/>
                  </a:lnTo>
                  <a:lnTo>
                    <a:pt x="617" y="391"/>
                  </a:lnTo>
                  <a:lnTo>
                    <a:pt x="621" y="388"/>
                  </a:lnTo>
                  <a:lnTo>
                    <a:pt x="626" y="388"/>
                  </a:lnTo>
                  <a:lnTo>
                    <a:pt x="626" y="388"/>
                  </a:lnTo>
                  <a:lnTo>
                    <a:pt x="631" y="390"/>
                  </a:lnTo>
                  <a:lnTo>
                    <a:pt x="635" y="394"/>
                  </a:lnTo>
                  <a:lnTo>
                    <a:pt x="667" y="436"/>
                  </a:lnTo>
                  <a:lnTo>
                    <a:pt x="667" y="436"/>
                  </a:lnTo>
                  <a:lnTo>
                    <a:pt x="671" y="439"/>
                  </a:lnTo>
                  <a:lnTo>
                    <a:pt x="676" y="441"/>
                  </a:lnTo>
                  <a:lnTo>
                    <a:pt x="680" y="441"/>
                  </a:lnTo>
                  <a:lnTo>
                    <a:pt x="686" y="439"/>
                  </a:lnTo>
                  <a:lnTo>
                    <a:pt x="686" y="439"/>
                  </a:lnTo>
                  <a:lnTo>
                    <a:pt x="751" y="390"/>
                  </a:lnTo>
                  <a:lnTo>
                    <a:pt x="751" y="390"/>
                  </a:lnTo>
                  <a:lnTo>
                    <a:pt x="755" y="386"/>
                  </a:lnTo>
                  <a:lnTo>
                    <a:pt x="756" y="381"/>
                  </a:lnTo>
                  <a:lnTo>
                    <a:pt x="756" y="377"/>
                  </a:lnTo>
                  <a:lnTo>
                    <a:pt x="753" y="371"/>
                  </a:lnTo>
                  <a:lnTo>
                    <a:pt x="721" y="329"/>
                  </a:lnTo>
                  <a:lnTo>
                    <a:pt x="721" y="329"/>
                  </a:lnTo>
                  <a:lnTo>
                    <a:pt x="720" y="325"/>
                  </a:lnTo>
                  <a:lnTo>
                    <a:pt x="719" y="321"/>
                  </a:lnTo>
                  <a:lnTo>
                    <a:pt x="719" y="317"/>
                  </a:lnTo>
                  <a:lnTo>
                    <a:pt x="720" y="314"/>
                  </a:lnTo>
                  <a:lnTo>
                    <a:pt x="720" y="314"/>
                  </a:lnTo>
                  <a:lnTo>
                    <a:pt x="723" y="310"/>
                  </a:lnTo>
                  <a:lnTo>
                    <a:pt x="727" y="309"/>
                  </a:lnTo>
                  <a:lnTo>
                    <a:pt x="731" y="308"/>
                  </a:lnTo>
                  <a:lnTo>
                    <a:pt x="735" y="308"/>
                  </a:lnTo>
                  <a:lnTo>
                    <a:pt x="786" y="314"/>
                  </a:lnTo>
                  <a:lnTo>
                    <a:pt x="786" y="314"/>
                  </a:lnTo>
                  <a:lnTo>
                    <a:pt x="792" y="314"/>
                  </a:lnTo>
                  <a:lnTo>
                    <a:pt x="797" y="313"/>
                  </a:lnTo>
                  <a:lnTo>
                    <a:pt x="800" y="309"/>
                  </a:lnTo>
                  <a:lnTo>
                    <a:pt x="802" y="304"/>
                  </a:lnTo>
                  <a:lnTo>
                    <a:pt x="802" y="304"/>
                  </a:lnTo>
                  <a:lnTo>
                    <a:pt x="802" y="304"/>
                  </a:lnTo>
                  <a:lnTo>
                    <a:pt x="813" y="223"/>
                  </a:lnTo>
                  <a:lnTo>
                    <a:pt x="813" y="223"/>
                  </a:lnTo>
                  <a:lnTo>
                    <a:pt x="813" y="218"/>
                  </a:lnTo>
                  <a:lnTo>
                    <a:pt x="810" y="214"/>
                  </a:lnTo>
                  <a:lnTo>
                    <a:pt x="806" y="210"/>
                  </a:lnTo>
                  <a:lnTo>
                    <a:pt x="802" y="209"/>
                  </a:lnTo>
                  <a:lnTo>
                    <a:pt x="802" y="209"/>
                  </a:lnTo>
                  <a:lnTo>
                    <a:pt x="802" y="209"/>
                  </a:lnTo>
                  <a:close/>
                  <a:moveTo>
                    <a:pt x="176" y="416"/>
                  </a:moveTo>
                  <a:lnTo>
                    <a:pt x="176" y="416"/>
                  </a:lnTo>
                  <a:lnTo>
                    <a:pt x="187" y="436"/>
                  </a:lnTo>
                  <a:lnTo>
                    <a:pt x="199" y="455"/>
                  </a:lnTo>
                  <a:lnTo>
                    <a:pt x="212" y="472"/>
                  </a:lnTo>
                  <a:lnTo>
                    <a:pt x="227" y="488"/>
                  </a:lnTo>
                  <a:lnTo>
                    <a:pt x="227" y="488"/>
                  </a:lnTo>
                  <a:lnTo>
                    <a:pt x="221" y="498"/>
                  </a:lnTo>
                  <a:lnTo>
                    <a:pt x="215" y="506"/>
                  </a:lnTo>
                  <a:lnTo>
                    <a:pt x="208" y="513"/>
                  </a:lnTo>
                  <a:lnTo>
                    <a:pt x="199" y="518"/>
                  </a:lnTo>
                  <a:lnTo>
                    <a:pt x="190" y="522"/>
                  </a:lnTo>
                  <a:lnTo>
                    <a:pt x="179" y="523"/>
                  </a:lnTo>
                  <a:lnTo>
                    <a:pt x="168" y="523"/>
                  </a:lnTo>
                  <a:lnTo>
                    <a:pt x="158" y="521"/>
                  </a:lnTo>
                  <a:lnTo>
                    <a:pt x="158" y="521"/>
                  </a:lnTo>
                  <a:lnTo>
                    <a:pt x="147" y="515"/>
                  </a:lnTo>
                  <a:lnTo>
                    <a:pt x="139" y="509"/>
                  </a:lnTo>
                  <a:lnTo>
                    <a:pt x="133" y="501"/>
                  </a:lnTo>
                  <a:lnTo>
                    <a:pt x="127" y="493"/>
                  </a:lnTo>
                  <a:lnTo>
                    <a:pt x="123" y="482"/>
                  </a:lnTo>
                  <a:lnTo>
                    <a:pt x="122" y="473"/>
                  </a:lnTo>
                  <a:lnTo>
                    <a:pt x="122" y="462"/>
                  </a:lnTo>
                  <a:lnTo>
                    <a:pt x="125" y="452"/>
                  </a:lnTo>
                  <a:lnTo>
                    <a:pt x="125" y="452"/>
                  </a:lnTo>
                  <a:lnTo>
                    <a:pt x="129" y="444"/>
                  </a:lnTo>
                  <a:lnTo>
                    <a:pt x="133" y="437"/>
                  </a:lnTo>
                  <a:lnTo>
                    <a:pt x="138" y="431"/>
                  </a:lnTo>
                  <a:lnTo>
                    <a:pt x="145" y="425"/>
                  </a:lnTo>
                  <a:lnTo>
                    <a:pt x="153" y="421"/>
                  </a:lnTo>
                  <a:lnTo>
                    <a:pt x="159" y="419"/>
                  </a:lnTo>
                  <a:lnTo>
                    <a:pt x="167" y="416"/>
                  </a:lnTo>
                  <a:lnTo>
                    <a:pt x="176" y="416"/>
                  </a:lnTo>
                  <a:lnTo>
                    <a:pt x="176" y="416"/>
                  </a:lnTo>
                  <a:lnTo>
                    <a:pt x="176" y="416"/>
                  </a:lnTo>
                  <a:lnTo>
                    <a:pt x="176" y="416"/>
                  </a:lnTo>
                  <a:close/>
                  <a:moveTo>
                    <a:pt x="436" y="778"/>
                  </a:moveTo>
                  <a:lnTo>
                    <a:pt x="382" y="778"/>
                  </a:lnTo>
                  <a:lnTo>
                    <a:pt x="382" y="778"/>
                  </a:lnTo>
                  <a:lnTo>
                    <a:pt x="377" y="778"/>
                  </a:lnTo>
                  <a:lnTo>
                    <a:pt x="371" y="777"/>
                  </a:lnTo>
                  <a:lnTo>
                    <a:pt x="367" y="774"/>
                  </a:lnTo>
                  <a:lnTo>
                    <a:pt x="362" y="772"/>
                  </a:lnTo>
                  <a:lnTo>
                    <a:pt x="359" y="766"/>
                  </a:lnTo>
                  <a:lnTo>
                    <a:pt x="357" y="762"/>
                  </a:lnTo>
                  <a:lnTo>
                    <a:pt x="355" y="757"/>
                  </a:lnTo>
                  <a:lnTo>
                    <a:pt x="355" y="752"/>
                  </a:lnTo>
                  <a:lnTo>
                    <a:pt x="355" y="739"/>
                  </a:lnTo>
                  <a:lnTo>
                    <a:pt x="463" y="739"/>
                  </a:lnTo>
                  <a:lnTo>
                    <a:pt x="463" y="752"/>
                  </a:lnTo>
                  <a:lnTo>
                    <a:pt x="463" y="752"/>
                  </a:lnTo>
                  <a:lnTo>
                    <a:pt x="462" y="757"/>
                  </a:lnTo>
                  <a:lnTo>
                    <a:pt x="460" y="762"/>
                  </a:lnTo>
                  <a:lnTo>
                    <a:pt x="458" y="766"/>
                  </a:lnTo>
                  <a:lnTo>
                    <a:pt x="455" y="772"/>
                  </a:lnTo>
                  <a:lnTo>
                    <a:pt x="451" y="774"/>
                  </a:lnTo>
                  <a:lnTo>
                    <a:pt x="446" y="777"/>
                  </a:lnTo>
                  <a:lnTo>
                    <a:pt x="442" y="778"/>
                  </a:lnTo>
                  <a:lnTo>
                    <a:pt x="436" y="778"/>
                  </a:lnTo>
                  <a:lnTo>
                    <a:pt x="436" y="778"/>
                  </a:lnTo>
                  <a:close/>
                  <a:moveTo>
                    <a:pt x="463" y="684"/>
                  </a:moveTo>
                  <a:lnTo>
                    <a:pt x="463" y="712"/>
                  </a:lnTo>
                  <a:lnTo>
                    <a:pt x="355" y="712"/>
                  </a:lnTo>
                  <a:lnTo>
                    <a:pt x="355" y="684"/>
                  </a:lnTo>
                  <a:lnTo>
                    <a:pt x="463" y="684"/>
                  </a:lnTo>
                  <a:close/>
                  <a:moveTo>
                    <a:pt x="297" y="558"/>
                  </a:moveTo>
                  <a:lnTo>
                    <a:pt x="269" y="587"/>
                  </a:lnTo>
                  <a:lnTo>
                    <a:pt x="241" y="567"/>
                  </a:lnTo>
                  <a:lnTo>
                    <a:pt x="241" y="567"/>
                  </a:lnTo>
                  <a:lnTo>
                    <a:pt x="236" y="564"/>
                  </a:lnTo>
                  <a:lnTo>
                    <a:pt x="231" y="563"/>
                  </a:lnTo>
                  <a:lnTo>
                    <a:pt x="225" y="563"/>
                  </a:lnTo>
                  <a:lnTo>
                    <a:pt x="220" y="563"/>
                  </a:lnTo>
                  <a:lnTo>
                    <a:pt x="216" y="564"/>
                  </a:lnTo>
                  <a:lnTo>
                    <a:pt x="211" y="567"/>
                  </a:lnTo>
                  <a:lnTo>
                    <a:pt x="207" y="571"/>
                  </a:lnTo>
                  <a:lnTo>
                    <a:pt x="203" y="575"/>
                  </a:lnTo>
                  <a:lnTo>
                    <a:pt x="203" y="575"/>
                  </a:lnTo>
                  <a:lnTo>
                    <a:pt x="200" y="579"/>
                  </a:lnTo>
                  <a:lnTo>
                    <a:pt x="199" y="584"/>
                  </a:lnTo>
                  <a:lnTo>
                    <a:pt x="192" y="617"/>
                  </a:lnTo>
                  <a:lnTo>
                    <a:pt x="160" y="617"/>
                  </a:lnTo>
                  <a:lnTo>
                    <a:pt x="153" y="584"/>
                  </a:lnTo>
                  <a:lnTo>
                    <a:pt x="153" y="584"/>
                  </a:lnTo>
                  <a:lnTo>
                    <a:pt x="151" y="579"/>
                  </a:lnTo>
                  <a:lnTo>
                    <a:pt x="149" y="575"/>
                  </a:lnTo>
                  <a:lnTo>
                    <a:pt x="145" y="571"/>
                  </a:lnTo>
                  <a:lnTo>
                    <a:pt x="141" y="567"/>
                  </a:lnTo>
                  <a:lnTo>
                    <a:pt x="137" y="564"/>
                  </a:lnTo>
                  <a:lnTo>
                    <a:pt x="131" y="563"/>
                  </a:lnTo>
                  <a:lnTo>
                    <a:pt x="126" y="563"/>
                  </a:lnTo>
                  <a:lnTo>
                    <a:pt x="121" y="563"/>
                  </a:lnTo>
                  <a:lnTo>
                    <a:pt x="121" y="563"/>
                  </a:lnTo>
                  <a:lnTo>
                    <a:pt x="115" y="566"/>
                  </a:lnTo>
                  <a:lnTo>
                    <a:pt x="111" y="568"/>
                  </a:lnTo>
                  <a:lnTo>
                    <a:pt x="84" y="587"/>
                  </a:lnTo>
                  <a:lnTo>
                    <a:pt x="58" y="563"/>
                  </a:lnTo>
                  <a:lnTo>
                    <a:pt x="78" y="534"/>
                  </a:lnTo>
                  <a:lnTo>
                    <a:pt x="78" y="534"/>
                  </a:lnTo>
                  <a:lnTo>
                    <a:pt x="81" y="530"/>
                  </a:lnTo>
                  <a:lnTo>
                    <a:pt x="82" y="525"/>
                  </a:lnTo>
                  <a:lnTo>
                    <a:pt x="82" y="519"/>
                  </a:lnTo>
                  <a:lnTo>
                    <a:pt x="82" y="514"/>
                  </a:lnTo>
                  <a:lnTo>
                    <a:pt x="81" y="509"/>
                  </a:lnTo>
                  <a:lnTo>
                    <a:pt x="78" y="505"/>
                  </a:lnTo>
                  <a:lnTo>
                    <a:pt x="76" y="501"/>
                  </a:lnTo>
                  <a:lnTo>
                    <a:pt x="70" y="497"/>
                  </a:lnTo>
                  <a:lnTo>
                    <a:pt x="70" y="497"/>
                  </a:lnTo>
                  <a:lnTo>
                    <a:pt x="66" y="494"/>
                  </a:lnTo>
                  <a:lnTo>
                    <a:pt x="61" y="493"/>
                  </a:lnTo>
                  <a:lnTo>
                    <a:pt x="28" y="486"/>
                  </a:lnTo>
                  <a:lnTo>
                    <a:pt x="28" y="453"/>
                  </a:lnTo>
                  <a:lnTo>
                    <a:pt x="61" y="447"/>
                  </a:lnTo>
                  <a:lnTo>
                    <a:pt x="61" y="447"/>
                  </a:lnTo>
                  <a:lnTo>
                    <a:pt x="66" y="445"/>
                  </a:lnTo>
                  <a:lnTo>
                    <a:pt x="72" y="443"/>
                  </a:lnTo>
                  <a:lnTo>
                    <a:pt x="76" y="439"/>
                  </a:lnTo>
                  <a:lnTo>
                    <a:pt x="78" y="435"/>
                  </a:lnTo>
                  <a:lnTo>
                    <a:pt x="81" y="431"/>
                  </a:lnTo>
                  <a:lnTo>
                    <a:pt x="82" y="425"/>
                  </a:lnTo>
                  <a:lnTo>
                    <a:pt x="82" y="420"/>
                  </a:lnTo>
                  <a:lnTo>
                    <a:pt x="82" y="415"/>
                  </a:lnTo>
                  <a:lnTo>
                    <a:pt x="82" y="415"/>
                  </a:lnTo>
                  <a:lnTo>
                    <a:pt x="81" y="410"/>
                  </a:lnTo>
                  <a:lnTo>
                    <a:pt x="78" y="406"/>
                  </a:lnTo>
                  <a:lnTo>
                    <a:pt x="58" y="378"/>
                  </a:lnTo>
                  <a:lnTo>
                    <a:pt x="84" y="353"/>
                  </a:lnTo>
                  <a:lnTo>
                    <a:pt x="111" y="373"/>
                  </a:lnTo>
                  <a:lnTo>
                    <a:pt x="111" y="373"/>
                  </a:lnTo>
                  <a:lnTo>
                    <a:pt x="115" y="375"/>
                  </a:lnTo>
                  <a:lnTo>
                    <a:pt x="121" y="377"/>
                  </a:lnTo>
                  <a:lnTo>
                    <a:pt x="126" y="377"/>
                  </a:lnTo>
                  <a:lnTo>
                    <a:pt x="131" y="377"/>
                  </a:lnTo>
                  <a:lnTo>
                    <a:pt x="137" y="375"/>
                  </a:lnTo>
                  <a:lnTo>
                    <a:pt x="141" y="373"/>
                  </a:lnTo>
                  <a:lnTo>
                    <a:pt x="145" y="370"/>
                  </a:lnTo>
                  <a:lnTo>
                    <a:pt x="149" y="365"/>
                  </a:lnTo>
                  <a:lnTo>
                    <a:pt x="149" y="365"/>
                  </a:lnTo>
                  <a:lnTo>
                    <a:pt x="151" y="361"/>
                  </a:lnTo>
                  <a:lnTo>
                    <a:pt x="153" y="355"/>
                  </a:lnTo>
                  <a:lnTo>
                    <a:pt x="155" y="345"/>
                  </a:lnTo>
                  <a:lnTo>
                    <a:pt x="155" y="345"/>
                  </a:lnTo>
                  <a:lnTo>
                    <a:pt x="159" y="367"/>
                  </a:lnTo>
                  <a:lnTo>
                    <a:pt x="166" y="390"/>
                  </a:lnTo>
                  <a:lnTo>
                    <a:pt x="166" y="390"/>
                  </a:lnTo>
                  <a:lnTo>
                    <a:pt x="158" y="391"/>
                  </a:lnTo>
                  <a:lnTo>
                    <a:pt x="150" y="394"/>
                  </a:lnTo>
                  <a:lnTo>
                    <a:pt x="142" y="396"/>
                  </a:lnTo>
                  <a:lnTo>
                    <a:pt x="135" y="400"/>
                  </a:lnTo>
                  <a:lnTo>
                    <a:pt x="122" y="408"/>
                  </a:lnTo>
                  <a:lnTo>
                    <a:pt x="111" y="420"/>
                  </a:lnTo>
                  <a:lnTo>
                    <a:pt x="103" y="433"/>
                  </a:lnTo>
                  <a:lnTo>
                    <a:pt x="98" y="448"/>
                  </a:lnTo>
                  <a:lnTo>
                    <a:pt x="95" y="456"/>
                  </a:lnTo>
                  <a:lnTo>
                    <a:pt x="94" y="464"/>
                  </a:lnTo>
                  <a:lnTo>
                    <a:pt x="94" y="472"/>
                  </a:lnTo>
                  <a:lnTo>
                    <a:pt x="95" y="480"/>
                  </a:lnTo>
                  <a:lnTo>
                    <a:pt x="95" y="480"/>
                  </a:lnTo>
                  <a:lnTo>
                    <a:pt x="97" y="488"/>
                  </a:lnTo>
                  <a:lnTo>
                    <a:pt x="98" y="495"/>
                  </a:lnTo>
                  <a:lnTo>
                    <a:pt x="102" y="503"/>
                  </a:lnTo>
                  <a:lnTo>
                    <a:pt x="105" y="510"/>
                  </a:lnTo>
                  <a:lnTo>
                    <a:pt x="114" y="523"/>
                  </a:lnTo>
                  <a:lnTo>
                    <a:pt x="126" y="534"/>
                  </a:lnTo>
                  <a:lnTo>
                    <a:pt x="138" y="542"/>
                  </a:lnTo>
                  <a:lnTo>
                    <a:pt x="153" y="547"/>
                  </a:lnTo>
                  <a:lnTo>
                    <a:pt x="160" y="550"/>
                  </a:lnTo>
                  <a:lnTo>
                    <a:pt x="168" y="550"/>
                  </a:lnTo>
                  <a:lnTo>
                    <a:pt x="176" y="551"/>
                  </a:lnTo>
                  <a:lnTo>
                    <a:pt x="186" y="550"/>
                  </a:lnTo>
                  <a:lnTo>
                    <a:pt x="186" y="550"/>
                  </a:lnTo>
                  <a:lnTo>
                    <a:pt x="195" y="548"/>
                  </a:lnTo>
                  <a:lnTo>
                    <a:pt x="204" y="546"/>
                  </a:lnTo>
                  <a:lnTo>
                    <a:pt x="214" y="542"/>
                  </a:lnTo>
                  <a:lnTo>
                    <a:pt x="221" y="536"/>
                  </a:lnTo>
                  <a:lnTo>
                    <a:pt x="229" y="530"/>
                  </a:lnTo>
                  <a:lnTo>
                    <a:pt x="236" y="523"/>
                  </a:lnTo>
                  <a:lnTo>
                    <a:pt x="243" y="515"/>
                  </a:lnTo>
                  <a:lnTo>
                    <a:pt x="248" y="507"/>
                  </a:lnTo>
                  <a:lnTo>
                    <a:pt x="248" y="507"/>
                  </a:lnTo>
                  <a:lnTo>
                    <a:pt x="259" y="515"/>
                  </a:lnTo>
                  <a:lnTo>
                    <a:pt x="271" y="523"/>
                  </a:lnTo>
                  <a:lnTo>
                    <a:pt x="271" y="523"/>
                  </a:lnTo>
                  <a:lnTo>
                    <a:pt x="280" y="530"/>
                  </a:lnTo>
                  <a:lnTo>
                    <a:pt x="286" y="538"/>
                  </a:lnTo>
                  <a:lnTo>
                    <a:pt x="293" y="547"/>
                  </a:lnTo>
                  <a:lnTo>
                    <a:pt x="297" y="558"/>
                  </a:lnTo>
                  <a:lnTo>
                    <a:pt x="297" y="558"/>
                  </a:lnTo>
                  <a:close/>
                  <a:moveTo>
                    <a:pt x="777" y="287"/>
                  </a:moveTo>
                  <a:lnTo>
                    <a:pt x="737" y="281"/>
                  </a:lnTo>
                  <a:lnTo>
                    <a:pt x="737" y="281"/>
                  </a:lnTo>
                  <a:lnTo>
                    <a:pt x="729" y="280"/>
                  </a:lnTo>
                  <a:lnTo>
                    <a:pt x="721" y="281"/>
                  </a:lnTo>
                  <a:lnTo>
                    <a:pt x="715" y="284"/>
                  </a:lnTo>
                  <a:lnTo>
                    <a:pt x="708" y="288"/>
                  </a:lnTo>
                  <a:lnTo>
                    <a:pt x="702" y="293"/>
                  </a:lnTo>
                  <a:lnTo>
                    <a:pt x="698" y="300"/>
                  </a:lnTo>
                  <a:lnTo>
                    <a:pt x="694" y="308"/>
                  </a:lnTo>
                  <a:lnTo>
                    <a:pt x="692" y="316"/>
                  </a:lnTo>
                  <a:lnTo>
                    <a:pt x="692" y="316"/>
                  </a:lnTo>
                  <a:lnTo>
                    <a:pt x="692" y="324"/>
                  </a:lnTo>
                  <a:lnTo>
                    <a:pt x="694" y="330"/>
                  </a:lnTo>
                  <a:lnTo>
                    <a:pt x="696" y="338"/>
                  </a:lnTo>
                  <a:lnTo>
                    <a:pt x="700" y="345"/>
                  </a:lnTo>
                  <a:lnTo>
                    <a:pt x="724" y="377"/>
                  </a:lnTo>
                  <a:lnTo>
                    <a:pt x="680" y="408"/>
                  </a:lnTo>
                  <a:lnTo>
                    <a:pt x="657" y="378"/>
                  </a:lnTo>
                  <a:lnTo>
                    <a:pt x="657" y="378"/>
                  </a:lnTo>
                  <a:lnTo>
                    <a:pt x="651" y="371"/>
                  </a:lnTo>
                  <a:lnTo>
                    <a:pt x="645" y="367"/>
                  </a:lnTo>
                  <a:lnTo>
                    <a:pt x="638" y="363"/>
                  </a:lnTo>
                  <a:lnTo>
                    <a:pt x="630" y="362"/>
                  </a:lnTo>
                  <a:lnTo>
                    <a:pt x="622" y="361"/>
                  </a:lnTo>
                  <a:lnTo>
                    <a:pt x="614" y="362"/>
                  </a:lnTo>
                  <a:lnTo>
                    <a:pt x="607" y="365"/>
                  </a:lnTo>
                  <a:lnTo>
                    <a:pt x="599" y="369"/>
                  </a:lnTo>
                  <a:lnTo>
                    <a:pt x="599" y="369"/>
                  </a:lnTo>
                  <a:lnTo>
                    <a:pt x="594" y="375"/>
                  </a:lnTo>
                  <a:lnTo>
                    <a:pt x="589" y="381"/>
                  </a:lnTo>
                  <a:lnTo>
                    <a:pt x="586" y="388"/>
                  </a:lnTo>
                  <a:lnTo>
                    <a:pt x="584" y="396"/>
                  </a:lnTo>
                  <a:lnTo>
                    <a:pt x="578" y="435"/>
                  </a:lnTo>
                  <a:lnTo>
                    <a:pt x="525" y="427"/>
                  </a:lnTo>
                  <a:lnTo>
                    <a:pt x="531" y="388"/>
                  </a:lnTo>
                  <a:lnTo>
                    <a:pt x="531" y="388"/>
                  </a:lnTo>
                  <a:lnTo>
                    <a:pt x="532" y="381"/>
                  </a:lnTo>
                  <a:lnTo>
                    <a:pt x="531" y="373"/>
                  </a:lnTo>
                  <a:lnTo>
                    <a:pt x="528" y="365"/>
                  </a:lnTo>
                  <a:lnTo>
                    <a:pt x="524" y="358"/>
                  </a:lnTo>
                  <a:lnTo>
                    <a:pt x="519" y="353"/>
                  </a:lnTo>
                  <a:lnTo>
                    <a:pt x="512" y="347"/>
                  </a:lnTo>
                  <a:lnTo>
                    <a:pt x="504" y="345"/>
                  </a:lnTo>
                  <a:lnTo>
                    <a:pt x="496" y="342"/>
                  </a:lnTo>
                  <a:lnTo>
                    <a:pt x="496" y="342"/>
                  </a:lnTo>
                  <a:lnTo>
                    <a:pt x="488" y="342"/>
                  </a:lnTo>
                  <a:lnTo>
                    <a:pt x="481" y="344"/>
                  </a:lnTo>
                  <a:lnTo>
                    <a:pt x="473" y="346"/>
                  </a:lnTo>
                  <a:lnTo>
                    <a:pt x="467" y="350"/>
                  </a:lnTo>
                  <a:lnTo>
                    <a:pt x="435" y="374"/>
                  </a:lnTo>
                  <a:lnTo>
                    <a:pt x="403" y="330"/>
                  </a:lnTo>
                  <a:lnTo>
                    <a:pt x="434" y="308"/>
                  </a:lnTo>
                  <a:lnTo>
                    <a:pt x="434" y="308"/>
                  </a:lnTo>
                  <a:lnTo>
                    <a:pt x="440" y="301"/>
                  </a:lnTo>
                  <a:lnTo>
                    <a:pt x="444" y="296"/>
                  </a:lnTo>
                  <a:lnTo>
                    <a:pt x="448" y="288"/>
                  </a:lnTo>
                  <a:lnTo>
                    <a:pt x="450" y="280"/>
                  </a:lnTo>
                  <a:lnTo>
                    <a:pt x="451" y="273"/>
                  </a:lnTo>
                  <a:lnTo>
                    <a:pt x="450" y="266"/>
                  </a:lnTo>
                  <a:lnTo>
                    <a:pt x="447" y="258"/>
                  </a:lnTo>
                  <a:lnTo>
                    <a:pt x="442" y="251"/>
                  </a:lnTo>
                  <a:lnTo>
                    <a:pt x="442" y="251"/>
                  </a:lnTo>
                  <a:lnTo>
                    <a:pt x="436" y="244"/>
                  </a:lnTo>
                  <a:lnTo>
                    <a:pt x="431" y="240"/>
                  </a:lnTo>
                  <a:lnTo>
                    <a:pt x="423" y="236"/>
                  </a:lnTo>
                  <a:lnTo>
                    <a:pt x="415" y="235"/>
                  </a:lnTo>
                  <a:lnTo>
                    <a:pt x="377" y="230"/>
                  </a:lnTo>
                  <a:lnTo>
                    <a:pt x="385" y="176"/>
                  </a:lnTo>
                  <a:lnTo>
                    <a:pt x="423" y="182"/>
                  </a:lnTo>
                  <a:lnTo>
                    <a:pt x="423" y="182"/>
                  </a:lnTo>
                  <a:lnTo>
                    <a:pt x="431" y="182"/>
                  </a:lnTo>
                  <a:lnTo>
                    <a:pt x="439" y="181"/>
                  </a:lnTo>
                  <a:lnTo>
                    <a:pt x="447" y="178"/>
                  </a:lnTo>
                  <a:lnTo>
                    <a:pt x="454" y="174"/>
                  </a:lnTo>
                  <a:lnTo>
                    <a:pt x="459" y="169"/>
                  </a:lnTo>
                  <a:lnTo>
                    <a:pt x="464" y="162"/>
                  </a:lnTo>
                  <a:lnTo>
                    <a:pt x="467" y="156"/>
                  </a:lnTo>
                  <a:lnTo>
                    <a:pt x="469" y="148"/>
                  </a:lnTo>
                  <a:lnTo>
                    <a:pt x="469" y="148"/>
                  </a:lnTo>
                  <a:lnTo>
                    <a:pt x="469" y="140"/>
                  </a:lnTo>
                  <a:lnTo>
                    <a:pt x="468" y="132"/>
                  </a:lnTo>
                  <a:lnTo>
                    <a:pt x="466" y="124"/>
                  </a:lnTo>
                  <a:lnTo>
                    <a:pt x="462" y="118"/>
                  </a:lnTo>
                  <a:lnTo>
                    <a:pt x="438" y="86"/>
                  </a:lnTo>
                  <a:lnTo>
                    <a:pt x="480" y="54"/>
                  </a:lnTo>
                  <a:lnTo>
                    <a:pt x="504" y="86"/>
                  </a:lnTo>
                  <a:lnTo>
                    <a:pt x="504" y="86"/>
                  </a:lnTo>
                  <a:lnTo>
                    <a:pt x="511" y="91"/>
                  </a:lnTo>
                  <a:lnTo>
                    <a:pt x="516" y="96"/>
                  </a:lnTo>
                  <a:lnTo>
                    <a:pt x="524" y="99"/>
                  </a:lnTo>
                  <a:lnTo>
                    <a:pt x="531" y="102"/>
                  </a:lnTo>
                  <a:lnTo>
                    <a:pt x="538" y="102"/>
                  </a:lnTo>
                  <a:lnTo>
                    <a:pt x="546" y="100"/>
                  </a:lnTo>
                  <a:lnTo>
                    <a:pt x="554" y="98"/>
                  </a:lnTo>
                  <a:lnTo>
                    <a:pt x="561" y="94"/>
                  </a:lnTo>
                  <a:lnTo>
                    <a:pt x="561" y="94"/>
                  </a:lnTo>
                  <a:lnTo>
                    <a:pt x="568" y="88"/>
                  </a:lnTo>
                  <a:lnTo>
                    <a:pt x="572" y="82"/>
                  </a:lnTo>
                  <a:lnTo>
                    <a:pt x="576" y="75"/>
                  </a:lnTo>
                  <a:lnTo>
                    <a:pt x="577" y="67"/>
                  </a:lnTo>
                  <a:lnTo>
                    <a:pt x="582" y="28"/>
                  </a:lnTo>
                  <a:lnTo>
                    <a:pt x="635" y="36"/>
                  </a:lnTo>
                  <a:lnTo>
                    <a:pt x="630" y="75"/>
                  </a:lnTo>
                  <a:lnTo>
                    <a:pt x="630" y="75"/>
                  </a:lnTo>
                  <a:lnTo>
                    <a:pt x="630" y="83"/>
                  </a:lnTo>
                  <a:lnTo>
                    <a:pt x="631" y="91"/>
                  </a:lnTo>
                  <a:lnTo>
                    <a:pt x="634" y="98"/>
                  </a:lnTo>
                  <a:lnTo>
                    <a:pt x="638" y="104"/>
                  </a:lnTo>
                  <a:lnTo>
                    <a:pt x="643" y="110"/>
                  </a:lnTo>
                  <a:lnTo>
                    <a:pt x="650" y="115"/>
                  </a:lnTo>
                  <a:lnTo>
                    <a:pt x="657" y="119"/>
                  </a:lnTo>
                  <a:lnTo>
                    <a:pt x="664" y="120"/>
                  </a:lnTo>
                  <a:lnTo>
                    <a:pt x="664" y="120"/>
                  </a:lnTo>
                  <a:lnTo>
                    <a:pt x="672" y="120"/>
                  </a:lnTo>
                  <a:lnTo>
                    <a:pt x="680" y="119"/>
                  </a:lnTo>
                  <a:lnTo>
                    <a:pt x="688" y="116"/>
                  </a:lnTo>
                  <a:lnTo>
                    <a:pt x="695" y="112"/>
                  </a:lnTo>
                  <a:lnTo>
                    <a:pt x="727" y="88"/>
                  </a:lnTo>
                  <a:lnTo>
                    <a:pt x="759" y="132"/>
                  </a:lnTo>
                  <a:lnTo>
                    <a:pt x="727" y="156"/>
                  </a:lnTo>
                  <a:lnTo>
                    <a:pt x="727" y="156"/>
                  </a:lnTo>
                  <a:lnTo>
                    <a:pt x="721" y="161"/>
                  </a:lnTo>
                  <a:lnTo>
                    <a:pt x="716" y="168"/>
                  </a:lnTo>
                  <a:lnTo>
                    <a:pt x="714" y="174"/>
                  </a:lnTo>
                  <a:lnTo>
                    <a:pt x="711" y="182"/>
                  </a:lnTo>
                  <a:lnTo>
                    <a:pt x="711" y="190"/>
                  </a:lnTo>
                  <a:lnTo>
                    <a:pt x="712" y="198"/>
                  </a:lnTo>
                  <a:lnTo>
                    <a:pt x="715" y="205"/>
                  </a:lnTo>
                  <a:lnTo>
                    <a:pt x="719" y="211"/>
                  </a:lnTo>
                  <a:lnTo>
                    <a:pt x="719" y="211"/>
                  </a:lnTo>
                  <a:lnTo>
                    <a:pt x="724" y="218"/>
                  </a:lnTo>
                  <a:lnTo>
                    <a:pt x="731" y="222"/>
                  </a:lnTo>
                  <a:lnTo>
                    <a:pt x="737" y="226"/>
                  </a:lnTo>
                  <a:lnTo>
                    <a:pt x="745" y="227"/>
                  </a:lnTo>
                  <a:lnTo>
                    <a:pt x="785" y="234"/>
                  </a:lnTo>
                  <a:lnTo>
                    <a:pt x="777" y="2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2" name="Freeform 6">
              <a:extLst>
                <a:ext uri="{FF2B5EF4-FFF2-40B4-BE49-F238E27FC236}">
                  <a16:creationId xmlns:a16="http://schemas.microsoft.com/office/drawing/2014/main" id="{716D05C8-BF13-5440-1B1F-28D925D5C9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6775" y="1422401"/>
              <a:ext cx="114300" cy="114300"/>
            </a:xfrm>
            <a:custGeom>
              <a:avLst/>
              <a:gdLst>
                <a:gd name="T0" fmla="*/ 109 w 216"/>
                <a:gd name="T1" fmla="*/ 0 h 216"/>
                <a:gd name="T2" fmla="*/ 86 w 216"/>
                <a:gd name="T3" fmla="*/ 1 h 216"/>
                <a:gd name="T4" fmla="*/ 66 w 216"/>
                <a:gd name="T5" fmla="*/ 8 h 216"/>
                <a:gd name="T6" fmla="*/ 48 w 216"/>
                <a:gd name="T7" fmla="*/ 19 h 216"/>
                <a:gd name="T8" fmla="*/ 32 w 216"/>
                <a:gd name="T9" fmla="*/ 32 h 216"/>
                <a:gd name="T10" fmla="*/ 19 w 216"/>
                <a:gd name="T11" fmla="*/ 48 h 216"/>
                <a:gd name="T12" fmla="*/ 9 w 216"/>
                <a:gd name="T13" fmla="*/ 65 h 216"/>
                <a:gd name="T14" fmla="*/ 3 w 216"/>
                <a:gd name="T15" fmla="*/ 86 h 216"/>
                <a:gd name="T16" fmla="*/ 0 w 216"/>
                <a:gd name="T17" fmla="*/ 107 h 216"/>
                <a:gd name="T18" fmla="*/ 1 w 216"/>
                <a:gd name="T19" fmla="*/ 118 h 216"/>
                <a:gd name="T20" fmla="*/ 5 w 216"/>
                <a:gd name="T21" fmla="*/ 139 h 216"/>
                <a:gd name="T22" fmla="*/ 13 w 216"/>
                <a:gd name="T23" fmla="*/ 159 h 216"/>
                <a:gd name="T24" fmla="*/ 25 w 216"/>
                <a:gd name="T25" fmla="*/ 176 h 216"/>
                <a:gd name="T26" fmla="*/ 40 w 216"/>
                <a:gd name="T27" fmla="*/ 190 h 216"/>
                <a:gd name="T28" fmla="*/ 57 w 216"/>
                <a:gd name="T29" fmla="*/ 202 h 216"/>
                <a:gd name="T30" fmla="*/ 77 w 216"/>
                <a:gd name="T31" fmla="*/ 210 h 216"/>
                <a:gd name="T32" fmla="*/ 97 w 216"/>
                <a:gd name="T33" fmla="*/ 214 h 216"/>
                <a:gd name="T34" fmla="*/ 109 w 216"/>
                <a:gd name="T35" fmla="*/ 216 h 216"/>
                <a:gd name="T36" fmla="*/ 130 w 216"/>
                <a:gd name="T37" fmla="*/ 213 h 216"/>
                <a:gd name="T38" fmla="*/ 150 w 216"/>
                <a:gd name="T39" fmla="*/ 206 h 216"/>
                <a:gd name="T40" fmla="*/ 169 w 216"/>
                <a:gd name="T41" fmla="*/ 197 h 216"/>
                <a:gd name="T42" fmla="*/ 185 w 216"/>
                <a:gd name="T43" fmla="*/ 184 h 216"/>
                <a:gd name="T44" fmla="*/ 198 w 216"/>
                <a:gd name="T45" fmla="*/ 168 h 216"/>
                <a:gd name="T46" fmla="*/ 208 w 216"/>
                <a:gd name="T47" fmla="*/ 149 h 216"/>
                <a:gd name="T48" fmla="*/ 214 w 216"/>
                <a:gd name="T49" fmla="*/ 130 h 216"/>
                <a:gd name="T50" fmla="*/ 216 w 216"/>
                <a:gd name="T51" fmla="*/ 107 h 216"/>
                <a:gd name="T52" fmla="*/ 216 w 216"/>
                <a:gd name="T53" fmla="*/ 97 h 216"/>
                <a:gd name="T54" fmla="*/ 211 w 216"/>
                <a:gd name="T55" fmla="*/ 75 h 216"/>
                <a:gd name="T56" fmla="*/ 203 w 216"/>
                <a:gd name="T57" fmla="*/ 56 h 216"/>
                <a:gd name="T58" fmla="*/ 192 w 216"/>
                <a:gd name="T59" fmla="*/ 38 h 216"/>
                <a:gd name="T60" fmla="*/ 177 w 216"/>
                <a:gd name="T61" fmla="*/ 24 h 216"/>
                <a:gd name="T62" fmla="*/ 161 w 216"/>
                <a:gd name="T63" fmla="*/ 13 h 216"/>
                <a:gd name="T64" fmla="*/ 141 w 216"/>
                <a:gd name="T65" fmla="*/ 4 h 216"/>
                <a:gd name="T66" fmla="*/ 120 w 216"/>
                <a:gd name="T67" fmla="*/ 0 h 216"/>
                <a:gd name="T68" fmla="*/ 109 w 216"/>
                <a:gd name="T69" fmla="*/ 0 h 216"/>
                <a:gd name="T70" fmla="*/ 109 w 216"/>
                <a:gd name="T71" fmla="*/ 188 h 216"/>
                <a:gd name="T72" fmla="*/ 92 w 216"/>
                <a:gd name="T73" fmla="*/ 186 h 216"/>
                <a:gd name="T74" fmla="*/ 77 w 216"/>
                <a:gd name="T75" fmla="*/ 181 h 216"/>
                <a:gd name="T76" fmla="*/ 52 w 216"/>
                <a:gd name="T77" fmla="*/ 164 h 216"/>
                <a:gd name="T78" fmla="*/ 35 w 216"/>
                <a:gd name="T79" fmla="*/ 139 h 216"/>
                <a:gd name="T80" fmla="*/ 29 w 216"/>
                <a:gd name="T81" fmla="*/ 123 h 216"/>
                <a:gd name="T82" fmla="*/ 28 w 216"/>
                <a:gd name="T83" fmla="*/ 107 h 216"/>
                <a:gd name="T84" fmla="*/ 28 w 216"/>
                <a:gd name="T85" fmla="*/ 99 h 216"/>
                <a:gd name="T86" fmla="*/ 31 w 216"/>
                <a:gd name="T87" fmla="*/ 83 h 216"/>
                <a:gd name="T88" fmla="*/ 41 w 216"/>
                <a:gd name="T89" fmla="*/ 62 h 216"/>
                <a:gd name="T90" fmla="*/ 64 w 216"/>
                <a:gd name="T91" fmla="*/ 41 h 216"/>
                <a:gd name="T92" fmla="*/ 85 w 216"/>
                <a:gd name="T93" fmla="*/ 31 h 216"/>
                <a:gd name="T94" fmla="*/ 101 w 216"/>
                <a:gd name="T95" fmla="*/ 27 h 216"/>
                <a:gd name="T96" fmla="*/ 109 w 216"/>
                <a:gd name="T97" fmla="*/ 27 h 216"/>
                <a:gd name="T98" fmla="*/ 125 w 216"/>
                <a:gd name="T99" fmla="*/ 28 h 216"/>
                <a:gd name="T100" fmla="*/ 139 w 216"/>
                <a:gd name="T101" fmla="*/ 33 h 216"/>
                <a:gd name="T102" fmla="*/ 166 w 216"/>
                <a:gd name="T103" fmla="*/ 50 h 216"/>
                <a:gd name="T104" fmla="*/ 183 w 216"/>
                <a:gd name="T105" fmla="*/ 75 h 216"/>
                <a:gd name="T106" fmla="*/ 188 w 216"/>
                <a:gd name="T107" fmla="*/ 91 h 216"/>
                <a:gd name="T108" fmla="*/ 190 w 216"/>
                <a:gd name="T109" fmla="*/ 107 h 216"/>
                <a:gd name="T110" fmla="*/ 188 w 216"/>
                <a:gd name="T111" fmla="*/ 115 h 216"/>
                <a:gd name="T112" fmla="*/ 186 w 216"/>
                <a:gd name="T113" fmla="*/ 131 h 216"/>
                <a:gd name="T114" fmla="*/ 175 w 216"/>
                <a:gd name="T115" fmla="*/ 152 h 216"/>
                <a:gd name="T116" fmla="*/ 154 w 216"/>
                <a:gd name="T117" fmla="*/ 175 h 216"/>
                <a:gd name="T118" fmla="*/ 133 w 216"/>
                <a:gd name="T119" fmla="*/ 184 h 216"/>
                <a:gd name="T120" fmla="*/ 117 w 216"/>
                <a:gd name="T121" fmla="*/ 188 h 216"/>
                <a:gd name="T122" fmla="*/ 109 w 216"/>
                <a:gd name="T123" fmla="*/ 18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6" h="216">
                  <a:moveTo>
                    <a:pt x="109" y="0"/>
                  </a:moveTo>
                  <a:lnTo>
                    <a:pt x="109" y="0"/>
                  </a:lnTo>
                  <a:lnTo>
                    <a:pt x="97" y="0"/>
                  </a:lnTo>
                  <a:lnTo>
                    <a:pt x="86" y="1"/>
                  </a:lnTo>
                  <a:lnTo>
                    <a:pt x="77" y="4"/>
                  </a:lnTo>
                  <a:lnTo>
                    <a:pt x="66" y="8"/>
                  </a:lnTo>
                  <a:lnTo>
                    <a:pt x="57" y="13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2"/>
                  </a:lnTo>
                  <a:lnTo>
                    <a:pt x="25" y="38"/>
                  </a:lnTo>
                  <a:lnTo>
                    <a:pt x="19" y="48"/>
                  </a:lnTo>
                  <a:lnTo>
                    <a:pt x="13" y="56"/>
                  </a:lnTo>
                  <a:lnTo>
                    <a:pt x="9" y="65"/>
                  </a:lnTo>
                  <a:lnTo>
                    <a:pt x="5" y="75"/>
                  </a:lnTo>
                  <a:lnTo>
                    <a:pt x="3" y="86"/>
                  </a:lnTo>
                  <a:lnTo>
                    <a:pt x="1" y="97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1" y="118"/>
                  </a:lnTo>
                  <a:lnTo>
                    <a:pt x="3" y="130"/>
                  </a:lnTo>
                  <a:lnTo>
                    <a:pt x="5" y="139"/>
                  </a:lnTo>
                  <a:lnTo>
                    <a:pt x="9" y="149"/>
                  </a:lnTo>
                  <a:lnTo>
                    <a:pt x="13" y="159"/>
                  </a:lnTo>
                  <a:lnTo>
                    <a:pt x="19" y="168"/>
                  </a:lnTo>
                  <a:lnTo>
                    <a:pt x="25" y="176"/>
                  </a:lnTo>
                  <a:lnTo>
                    <a:pt x="32" y="184"/>
                  </a:lnTo>
                  <a:lnTo>
                    <a:pt x="40" y="190"/>
                  </a:lnTo>
                  <a:lnTo>
                    <a:pt x="48" y="197"/>
                  </a:lnTo>
                  <a:lnTo>
                    <a:pt x="57" y="202"/>
                  </a:lnTo>
                  <a:lnTo>
                    <a:pt x="66" y="206"/>
                  </a:lnTo>
                  <a:lnTo>
                    <a:pt x="77" y="210"/>
                  </a:lnTo>
                  <a:lnTo>
                    <a:pt x="86" y="213"/>
                  </a:lnTo>
                  <a:lnTo>
                    <a:pt x="97" y="214"/>
                  </a:lnTo>
                  <a:lnTo>
                    <a:pt x="109" y="216"/>
                  </a:lnTo>
                  <a:lnTo>
                    <a:pt x="109" y="216"/>
                  </a:lnTo>
                  <a:lnTo>
                    <a:pt x="120" y="214"/>
                  </a:lnTo>
                  <a:lnTo>
                    <a:pt x="130" y="213"/>
                  </a:lnTo>
                  <a:lnTo>
                    <a:pt x="141" y="210"/>
                  </a:lnTo>
                  <a:lnTo>
                    <a:pt x="150" y="206"/>
                  </a:lnTo>
                  <a:lnTo>
                    <a:pt x="161" y="202"/>
                  </a:lnTo>
                  <a:lnTo>
                    <a:pt x="169" y="197"/>
                  </a:lnTo>
                  <a:lnTo>
                    <a:pt x="178" y="190"/>
                  </a:lnTo>
                  <a:lnTo>
                    <a:pt x="185" y="184"/>
                  </a:lnTo>
                  <a:lnTo>
                    <a:pt x="192" y="176"/>
                  </a:lnTo>
                  <a:lnTo>
                    <a:pt x="198" y="168"/>
                  </a:lnTo>
                  <a:lnTo>
                    <a:pt x="203" y="159"/>
                  </a:lnTo>
                  <a:lnTo>
                    <a:pt x="208" y="149"/>
                  </a:lnTo>
                  <a:lnTo>
                    <a:pt x="211" y="139"/>
                  </a:lnTo>
                  <a:lnTo>
                    <a:pt x="214" y="130"/>
                  </a:lnTo>
                  <a:lnTo>
                    <a:pt x="216" y="118"/>
                  </a:lnTo>
                  <a:lnTo>
                    <a:pt x="216" y="107"/>
                  </a:lnTo>
                  <a:lnTo>
                    <a:pt x="216" y="107"/>
                  </a:lnTo>
                  <a:lnTo>
                    <a:pt x="216" y="97"/>
                  </a:lnTo>
                  <a:lnTo>
                    <a:pt x="214" y="86"/>
                  </a:lnTo>
                  <a:lnTo>
                    <a:pt x="211" y="75"/>
                  </a:lnTo>
                  <a:lnTo>
                    <a:pt x="208" y="66"/>
                  </a:lnTo>
                  <a:lnTo>
                    <a:pt x="203" y="56"/>
                  </a:lnTo>
                  <a:lnTo>
                    <a:pt x="198" y="48"/>
                  </a:lnTo>
                  <a:lnTo>
                    <a:pt x="192" y="38"/>
                  </a:lnTo>
                  <a:lnTo>
                    <a:pt x="185" y="32"/>
                  </a:lnTo>
                  <a:lnTo>
                    <a:pt x="177" y="24"/>
                  </a:lnTo>
                  <a:lnTo>
                    <a:pt x="169" y="19"/>
                  </a:lnTo>
                  <a:lnTo>
                    <a:pt x="161" y="13"/>
                  </a:lnTo>
                  <a:lnTo>
                    <a:pt x="150" y="8"/>
                  </a:lnTo>
                  <a:lnTo>
                    <a:pt x="141" y="4"/>
                  </a:lnTo>
                  <a:lnTo>
                    <a:pt x="130" y="1"/>
                  </a:lnTo>
                  <a:lnTo>
                    <a:pt x="120" y="0"/>
                  </a:lnTo>
                  <a:lnTo>
                    <a:pt x="109" y="0"/>
                  </a:lnTo>
                  <a:lnTo>
                    <a:pt x="109" y="0"/>
                  </a:lnTo>
                  <a:close/>
                  <a:moveTo>
                    <a:pt x="109" y="188"/>
                  </a:moveTo>
                  <a:lnTo>
                    <a:pt x="109" y="188"/>
                  </a:lnTo>
                  <a:lnTo>
                    <a:pt x="101" y="188"/>
                  </a:lnTo>
                  <a:lnTo>
                    <a:pt x="92" y="186"/>
                  </a:lnTo>
                  <a:lnTo>
                    <a:pt x="85" y="184"/>
                  </a:lnTo>
                  <a:lnTo>
                    <a:pt x="77" y="181"/>
                  </a:lnTo>
                  <a:lnTo>
                    <a:pt x="64" y="175"/>
                  </a:lnTo>
                  <a:lnTo>
                    <a:pt x="52" y="164"/>
                  </a:lnTo>
                  <a:lnTo>
                    <a:pt x="41" y="152"/>
                  </a:lnTo>
                  <a:lnTo>
                    <a:pt x="35" y="139"/>
                  </a:lnTo>
                  <a:lnTo>
                    <a:pt x="31" y="131"/>
                  </a:lnTo>
                  <a:lnTo>
                    <a:pt x="29" y="123"/>
                  </a:lnTo>
                  <a:lnTo>
                    <a:pt x="28" y="115"/>
                  </a:lnTo>
                  <a:lnTo>
                    <a:pt x="28" y="107"/>
                  </a:lnTo>
                  <a:lnTo>
                    <a:pt x="28" y="107"/>
                  </a:lnTo>
                  <a:lnTo>
                    <a:pt x="28" y="99"/>
                  </a:lnTo>
                  <a:lnTo>
                    <a:pt x="29" y="91"/>
                  </a:lnTo>
                  <a:lnTo>
                    <a:pt x="31" y="83"/>
                  </a:lnTo>
                  <a:lnTo>
                    <a:pt x="35" y="75"/>
                  </a:lnTo>
                  <a:lnTo>
                    <a:pt x="41" y="62"/>
                  </a:lnTo>
                  <a:lnTo>
                    <a:pt x="52" y="50"/>
                  </a:lnTo>
                  <a:lnTo>
                    <a:pt x="64" y="41"/>
                  </a:lnTo>
                  <a:lnTo>
                    <a:pt x="77" y="33"/>
                  </a:lnTo>
                  <a:lnTo>
                    <a:pt x="85" y="31"/>
                  </a:lnTo>
                  <a:lnTo>
                    <a:pt x="92" y="28"/>
                  </a:lnTo>
                  <a:lnTo>
                    <a:pt x="101" y="27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117" y="27"/>
                  </a:lnTo>
                  <a:lnTo>
                    <a:pt x="125" y="28"/>
                  </a:lnTo>
                  <a:lnTo>
                    <a:pt x="133" y="31"/>
                  </a:lnTo>
                  <a:lnTo>
                    <a:pt x="139" y="33"/>
                  </a:lnTo>
                  <a:lnTo>
                    <a:pt x="154" y="41"/>
                  </a:lnTo>
                  <a:lnTo>
                    <a:pt x="166" y="50"/>
                  </a:lnTo>
                  <a:lnTo>
                    <a:pt x="175" y="62"/>
                  </a:lnTo>
                  <a:lnTo>
                    <a:pt x="183" y="75"/>
                  </a:lnTo>
                  <a:lnTo>
                    <a:pt x="186" y="83"/>
                  </a:lnTo>
                  <a:lnTo>
                    <a:pt x="188" y="91"/>
                  </a:lnTo>
                  <a:lnTo>
                    <a:pt x="188" y="99"/>
                  </a:lnTo>
                  <a:lnTo>
                    <a:pt x="190" y="107"/>
                  </a:lnTo>
                  <a:lnTo>
                    <a:pt x="190" y="107"/>
                  </a:lnTo>
                  <a:lnTo>
                    <a:pt x="188" y="115"/>
                  </a:lnTo>
                  <a:lnTo>
                    <a:pt x="188" y="123"/>
                  </a:lnTo>
                  <a:lnTo>
                    <a:pt x="186" y="131"/>
                  </a:lnTo>
                  <a:lnTo>
                    <a:pt x="183" y="139"/>
                  </a:lnTo>
                  <a:lnTo>
                    <a:pt x="175" y="152"/>
                  </a:lnTo>
                  <a:lnTo>
                    <a:pt x="166" y="164"/>
                  </a:lnTo>
                  <a:lnTo>
                    <a:pt x="154" y="175"/>
                  </a:lnTo>
                  <a:lnTo>
                    <a:pt x="139" y="181"/>
                  </a:lnTo>
                  <a:lnTo>
                    <a:pt x="133" y="184"/>
                  </a:lnTo>
                  <a:lnTo>
                    <a:pt x="125" y="186"/>
                  </a:lnTo>
                  <a:lnTo>
                    <a:pt x="117" y="188"/>
                  </a:lnTo>
                  <a:lnTo>
                    <a:pt x="109" y="188"/>
                  </a:lnTo>
                  <a:lnTo>
                    <a:pt x="109" y="18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0A7CA8F0-911F-CDD6-CB6D-92C5EF30B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1668463"/>
              <a:ext cx="14287" cy="22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4" name="Freeform 8">
              <a:extLst>
                <a:ext uri="{FF2B5EF4-FFF2-40B4-BE49-F238E27FC236}">
                  <a16:creationId xmlns:a16="http://schemas.microsoft.com/office/drawing/2014/main" id="{80E7D6ED-87FF-689F-F5B6-FCAF5CDB5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3425" y="1435101"/>
              <a:ext cx="107950" cy="219075"/>
            </a:xfrm>
            <a:custGeom>
              <a:avLst/>
              <a:gdLst>
                <a:gd name="T0" fmla="*/ 130 w 202"/>
                <a:gd name="T1" fmla="*/ 309 h 415"/>
                <a:gd name="T2" fmla="*/ 101 w 202"/>
                <a:gd name="T3" fmla="*/ 295 h 415"/>
                <a:gd name="T4" fmla="*/ 76 w 202"/>
                <a:gd name="T5" fmla="*/ 275 h 415"/>
                <a:gd name="T6" fmla="*/ 56 w 202"/>
                <a:gd name="T7" fmla="*/ 251 h 415"/>
                <a:gd name="T8" fmla="*/ 40 w 202"/>
                <a:gd name="T9" fmla="*/ 224 h 415"/>
                <a:gd name="T10" fmla="*/ 31 w 202"/>
                <a:gd name="T11" fmla="*/ 195 h 415"/>
                <a:gd name="T12" fmla="*/ 27 w 202"/>
                <a:gd name="T13" fmla="*/ 164 h 415"/>
                <a:gd name="T14" fmla="*/ 29 w 202"/>
                <a:gd name="T15" fmla="*/ 132 h 415"/>
                <a:gd name="T16" fmla="*/ 37 w 202"/>
                <a:gd name="T17" fmla="*/ 101 h 415"/>
                <a:gd name="T18" fmla="*/ 43 w 202"/>
                <a:gd name="T19" fmla="*/ 89 h 415"/>
                <a:gd name="T20" fmla="*/ 56 w 202"/>
                <a:gd name="T21" fmla="*/ 66 h 415"/>
                <a:gd name="T22" fmla="*/ 73 w 202"/>
                <a:gd name="T23" fmla="*/ 48 h 415"/>
                <a:gd name="T24" fmla="*/ 92 w 202"/>
                <a:gd name="T25" fmla="*/ 31 h 415"/>
                <a:gd name="T26" fmla="*/ 88 w 202"/>
                <a:gd name="T27" fmla="*/ 0 h 415"/>
                <a:gd name="T28" fmla="*/ 72 w 202"/>
                <a:gd name="T29" fmla="*/ 11 h 415"/>
                <a:gd name="T30" fmla="*/ 45 w 202"/>
                <a:gd name="T31" fmla="*/ 37 h 415"/>
                <a:gd name="T32" fmla="*/ 24 w 202"/>
                <a:gd name="T33" fmla="*/ 68 h 415"/>
                <a:gd name="T34" fmla="*/ 9 w 202"/>
                <a:gd name="T35" fmla="*/ 101 h 415"/>
                <a:gd name="T36" fmla="*/ 1 w 202"/>
                <a:gd name="T37" fmla="*/ 135 h 415"/>
                <a:gd name="T38" fmla="*/ 0 w 202"/>
                <a:gd name="T39" fmla="*/ 172 h 415"/>
                <a:gd name="T40" fmla="*/ 7 w 202"/>
                <a:gd name="T41" fmla="*/ 208 h 415"/>
                <a:gd name="T42" fmla="*/ 20 w 202"/>
                <a:gd name="T43" fmla="*/ 243 h 415"/>
                <a:gd name="T44" fmla="*/ 29 w 202"/>
                <a:gd name="T45" fmla="*/ 259 h 415"/>
                <a:gd name="T46" fmla="*/ 47 w 202"/>
                <a:gd name="T47" fmla="*/ 284 h 415"/>
                <a:gd name="T48" fmla="*/ 68 w 202"/>
                <a:gd name="T49" fmla="*/ 304 h 415"/>
                <a:gd name="T50" fmla="*/ 93 w 202"/>
                <a:gd name="T51" fmla="*/ 321 h 415"/>
                <a:gd name="T52" fmla="*/ 120 w 202"/>
                <a:gd name="T53" fmla="*/ 335 h 415"/>
                <a:gd name="T54" fmla="*/ 131 w 202"/>
                <a:gd name="T55" fmla="*/ 340 h 415"/>
                <a:gd name="T56" fmla="*/ 153 w 202"/>
                <a:gd name="T57" fmla="*/ 356 h 415"/>
                <a:gd name="T58" fmla="*/ 166 w 202"/>
                <a:gd name="T59" fmla="*/ 377 h 415"/>
                <a:gd name="T60" fmla="*/ 174 w 202"/>
                <a:gd name="T61" fmla="*/ 402 h 415"/>
                <a:gd name="T62" fmla="*/ 202 w 202"/>
                <a:gd name="T63" fmla="*/ 415 h 415"/>
                <a:gd name="T64" fmla="*/ 200 w 202"/>
                <a:gd name="T65" fmla="*/ 398 h 415"/>
                <a:gd name="T66" fmla="*/ 191 w 202"/>
                <a:gd name="T67" fmla="*/ 365 h 415"/>
                <a:gd name="T68" fmla="*/ 173 w 202"/>
                <a:gd name="T69" fmla="*/ 339 h 415"/>
                <a:gd name="T70" fmla="*/ 146 w 202"/>
                <a:gd name="T71" fmla="*/ 317 h 415"/>
                <a:gd name="T72" fmla="*/ 130 w 202"/>
                <a:gd name="T73" fmla="*/ 309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2" h="415">
                  <a:moveTo>
                    <a:pt x="130" y="309"/>
                  </a:moveTo>
                  <a:lnTo>
                    <a:pt x="130" y="309"/>
                  </a:lnTo>
                  <a:lnTo>
                    <a:pt x="114" y="303"/>
                  </a:lnTo>
                  <a:lnTo>
                    <a:pt x="101" y="295"/>
                  </a:lnTo>
                  <a:lnTo>
                    <a:pt x="88" y="286"/>
                  </a:lnTo>
                  <a:lnTo>
                    <a:pt x="76" y="275"/>
                  </a:lnTo>
                  <a:lnTo>
                    <a:pt x="65" y="263"/>
                  </a:lnTo>
                  <a:lnTo>
                    <a:pt x="56" y="251"/>
                  </a:lnTo>
                  <a:lnTo>
                    <a:pt x="48" y="238"/>
                  </a:lnTo>
                  <a:lnTo>
                    <a:pt x="40" y="224"/>
                  </a:lnTo>
                  <a:lnTo>
                    <a:pt x="35" y="210"/>
                  </a:lnTo>
                  <a:lnTo>
                    <a:pt x="31" y="195"/>
                  </a:lnTo>
                  <a:lnTo>
                    <a:pt x="28" y="180"/>
                  </a:lnTo>
                  <a:lnTo>
                    <a:pt x="27" y="164"/>
                  </a:lnTo>
                  <a:lnTo>
                    <a:pt x="27" y="148"/>
                  </a:lnTo>
                  <a:lnTo>
                    <a:pt x="29" y="132"/>
                  </a:lnTo>
                  <a:lnTo>
                    <a:pt x="33" y="117"/>
                  </a:lnTo>
                  <a:lnTo>
                    <a:pt x="37" y="101"/>
                  </a:lnTo>
                  <a:lnTo>
                    <a:pt x="37" y="101"/>
                  </a:lnTo>
                  <a:lnTo>
                    <a:pt x="43" y="89"/>
                  </a:lnTo>
                  <a:lnTo>
                    <a:pt x="49" y="78"/>
                  </a:lnTo>
                  <a:lnTo>
                    <a:pt x="56" y="66"/>
                  </a:lnTo>
                  <a:lnTo>
                    <a:pt x="64" y="57"/>
                  </a:lnTo>
                  <a:lnTo>
                    <a:pt x="73" y="48"/>
                  </a:lnTo>
                  <a:lnTo>
                    <a:pt x="82" y="39"/>
                  </a:lnTo>
                  <a:lnTo>
                    <a:pt x="92" y="31"/>
                  </a:lnTo>
                  <a:lnTo>
                    <a:pt x="102" y="23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72" y="11"/>
                  </a:lnTo>
                  <a:lnTo>
                    <a:pt x="59" y="24"/>
                  </a:lnTo>
                  <a:lnTo>
                    <a:pt x="45" y="37"/>
                  </a:lnTo>
                  <a:lnTo>
                    <a:pt x="33" y="52"/>
                  </a:lnTo>
                  <a:lnTo>
                    <a:pt x="24" y="68"/>
                  </a:lnTo>
                  <a:lnTo>
                    <a:pt x="16" y="84"/>
                  </a:lnTo>
                  <a:lnTo>
                    <a:pt x="9" y="101"/>
                  </a:lnTo>
                  <a:lnTo>
                    <a:pt x="4" y="118"/>
                  </a:lnTo>
                  <a:lnTo>
                    <a:pt x="1" y="135"/>
                  </a:lnTo>
                  <a:lnTo>
                    <a:pt x="0" y="154"/>
                  </a:lnTo>
                  <a:lnTo>
                    <a:pt x="0" y="172"/>
                  </a:lnTo>
                  <a:lnTo>
                    <a:pt x="3" y="191"/>
                  </a:lnTo>
                  <a:lnTo>
                    <a:pt x="7" y="208"/>
                  </a:lnTo>
                  <a:lnTo>
                    <a:pt x="12" y="226"/>
                  </a:lnTo>
                  <a:lnTo>
                    <a:pt x="20" y="243"/>
                  </a:lnTo>
                  <a:lnTo>
                    <a:pt x="29" y="259"/>
                  </a:lnTo>
                  <a:lnTo>
                    <a:pt x="29" y="259"/>
                  </a:lnTo>
                  <a:lnTo>
                    <a:pt x="37" y="272"/>
                  </a:lnTo>
                  <a:lnTo>
                    <a:pt x="47" y="284"/>
                  </a:lnTo>
                  <a:lnTo>
                    <a:pt x="57" y="295"/>
                  </a:lnTo>
                  <a:lnTo>
                    <a:pt x="68" y="304"/>
                  </a:lnTo>
                  <a:lnTo>
                    <a:pt x="80" y="313"/>
                  </a:lnTo>
                  <a:lnTo>
                    <a:pt x="93" y="321"/>
                  </a:lnTo>
                  <a:lnTo>
                    <a:pt x="106" y="329"/>
                  </a:lnTo>
                  <a:lnTo>
                    <a:pt x="120" y="335"/>
                  </a:lnTo>
                  <a:lnTo>
                    <a:pt x="120" y="335"/>
                  </a:lnTo>
                  <a:lnTo>
                    <a:pt x="131" y="340"/>
                  </a:lnTo>
                  <a:lnTo>
                    <a:pt x="142" y="348"/>
                  </a:lnTo>
                  <a:lnTo>
                    <a:pt x="153" y="356"/>
                  </a:lnTo>
                  <a:lnTo>
                    <a:pt x="161" y="366"/>
                  </a:lnTo>
                  <a:lnTo>
                    <a:pt x="166" y="377"/>
                  </a:lnTo>
                  <a:lnTo>
                    <a:pt x="171" y="389"/>
                  </a:lnTo>
                  <a:lnTo>
                    <a:pt x="174" y="402"/>
                  </a:lnTo>
                  <a:lnTo>
                    <a:pt x="175" y="415"/>
                  </a:lnTo>
                  <a:lnTo>
                    <a:pt x="202" y="415"/>
                  </a:lnTo>
                  <a:lnTo>
                    <a:pt x="202" y="415"/>
                  </a:lnTo>
                  <a:lnTo>
                    <a:pt x="200" y="398"/>
                  </a:lnTo>
                  <a:lnTo>
                    <a:pt x="196" y="381"/>
                  </a:lnTo>
                  <a:lnTo>
                    <a:pt x="191" y="365"/>
                  </a:lnTo>
                  <a:lnTo>
                    <a:pt x="182" y="350"/>
                  </a:lnTo>
                  <a:lnTo>
                    <a:pt x="173" y="339"/>
                  </a:lnTo>
                  <a:lnTo>
                    <a:pt x="159" y="327"/>
                  </a:lnTo>
                  <a:lnTo>
                    <a:pt x="146" y="317"/>
                  </a:lnTo>
                  <a:lnTo>
                    <a:pt x="130" y="309"/>
                  </a:lnTo>
                  <a:lnTo>
                    <a:pt x="130" y="3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9BA1F17D-CC43-0909-2079-C8A95A3D4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8375" y="1619251"/>
              <a:ext cx="50800" cy="142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6" name="Freeform 10">
              <a:extLst>
                <a:ext uri="{FF2B5EF4-FFF2-40B4-BE49-F238E27FC236}">
                  <a16:creationId xmlns:a16="http://schemas.microsoft.com/office/drawing/2014/main" id="{F11EE8BA-4BB2-01CD-70C3-4476DB1F2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7263" y="1655763"/>
              <a:ext cx="52387" cy="47625"/>
            </a:xfrm>
            <a:custGeom>
              <a:avLst/>
              <a:gdLst>
                <a:gd name="T0" fmla="*/ 0 w 98"/>
                <a:gd name="T1" fmla="*/ 21 h 88"/>
                <a:gd name="T2" fmla="*/ 17 w 98"/>
                <a:gd name="T3" fmla="*/ 0 h 88"/>
                <a:gd name="T4" fmla="*/ 98 w 98"/>
                <a:gd name="T5" fmla="*/ 67 h 88"/>
                <a:gd name="T6" fmla="*/ 81 w 98"/>
                <a:gd name="T7" fmla="*/ 88 h 88"/>
                <a:gd name="T8" fmla="*/ 0 w 98"/>
                <a:gd name="T9" fmla="*/ 21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88">
                  <a:moveTo>
                    <a:pt x="0" y="21"/>
                  </a:moveTo>
                  <a:lnTo>
                    <a:pt x="17" y="0"/>
                  </a:lnTo>
                  <a:lnTo>
                    <a:pt x="98" y="67"/>
                  </a:lnTo>
                  <a:lnTo>
                    <a:pt x="81" y="88"/>
                  </a:lnTo>
                  <a:lnTo>
                    <a:pt x="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899A23E-0570-3DE9-B73F-3C19C633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7100" y="1676401"/>
              <a:ext cx="14287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8" name="Freeform 12">
              <a:extLst>
                <a:ext uri="{FF2B5EF4-FFF2-40B4-BE49-F238E27FC236}">
                  <a16:creationId xmlns:a16="http://schemas.microsoft.com/office/drawing/2014/main" id="{BA4C5CB1-F3CA-DAF1-3067-6847FF35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5475" y="1462088"/>
              <a:ext cx="60325" cy="28575"/>
            </a:xfrm>
            <a:custGeom>
              <a:avLst/>
              <a:gdLst>
                <a:gd name="T0" fmla="*/ 0 w 114"/>
                <a:gd name="T1" fmla="*/ 28 h 54"/>
                <a:gd name="T2" fmla="*/ 107 w 114"/>
                <a:gd name="T3" fmla="*/ 0 h 54"/>
                <a:gd name="T4" fmla="*/ 114 w 114"/>
                <a:gd name="T5" fmla="*/ 26 h 54"/>
                <a:gd name="T6" fmla="*/ 6 w 114"/>
                <a:gd name="T7" fmla="*/ 54 h 54"/>
                <a:gd name="T8" fmla="*/ 0 w 114"/>
                <a:gd name="T9" fmla="*/ 2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54">
                  <a:moveTo>
                    <a:pt x="0" y="28"/>
                  </a:moveTo>
                  <a:lnTo>
                    <a:pt x="107" y="0"/>
                  </a:lnTo>
                  <a:lnTo>
                    <a:pt x="114" y="26"/>
                  </a:lnTo>
                  <a:lnTo>
                    <a:pt x="6" y="54"/>
                  </a:lnTo>
                  <a:lnTo>
                    <a:pt x="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9" name="Freeform 13">
              <a:extLst>
                <a:ext uri="{FF2B5EF4-FFF2-40B4-BE49-F238E27FC236}">
                  <a16:creationId xmlns:a16="http://schemas.microsoft.com/office/drawing/2014/main" id="{0CE19308-82C0-94BF-A66F-88AA01FC4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588" y="1392238"/>
              <a:ext cx="58737" cy="47625"/>
            </a:xfrm>
            <a:custGeom>
              <a:avLst/>
              <a:gdLst>
                <a:gd name="T0" fmla="*/ 0 w 110"/>
                <a:gd name="T1" fmla="*/ 22 h 90"/>
                <a:gd name="T2" fmla="*/ 16 w 110"/>
                <a:gd name="T3" fmla="*/ 0 h 90"/>
                <a:gd name="T4" fmla="*/ 110 w 110"/>
                <a:gd name="T5" fmla="*/ 67 h 90"/>
                <a:gd name="T6" fmla="*/ 94 w 110"/>
                <a:gd name="T7" fmla="*/ 90 h 90"/>
                <a:gd name="T8" fmla="*/ 0 w 110"/>
                <a:gd name="T9" fmla="*/ 2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0">
                  <a:moveTo>
                    <a:pt x="0" y="22"/>
                  </a:moveTo>
                  <a:lnTo>
                    <a:pt x="16" y="0"/>
                  </a:lnTo>
                  <a:lnTo>
                    <a:pt x="110" y="67"/>
                  </a:lnTo>
                  <a:lnTo>
                    <a:pt x="94" y="90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40" name="Freeform 14">
              <a:extLst>
                <a:ext uri="{FF2B5EF4-FFF2-40B4-BE49-F238E27FC236}">
                  <a16:creationId xmlns:a16="http://schemas.microsoft.com/office/drawing/2014/main" id="{EB89D182-8B6B-203E-3C01-328E214F6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8500" y="1354138"/>
              <a:ext cx="28575" cy="60325"/>
            </a:xfrm>
            <a:custGeom>
              <a:avLst/>
              <a:gdLst>
                <a:gd name="T0" fmla="*/ 0 w 53"/>
                <a:gd name="T1" fmla="*/ 7 h 114"/>
                <a:gd name="T2" fmla="*/ 26 w 53"/>
                <a:gd name="T3" fmla="*/ 0 h 114"/>
                <a:gd name="T4" fmla="*/ 53 w 53"/>
                <a:gd name="T5" fmla="*/ 107 h 114"/>
                <a:gd name="T6" fmla="*/ 27 w 53"/>
                <a:gd name="T7" fmla="*/ 114 h 114"/>
                <a:gd name="T8" fmla="*/ 0 w 53"/>
                <a:gd name="T9" fmla="*/ 7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14">
                  <a:moveTo>
                    <a:pt x="0" y="7"/>
                  </a:moveTo>
                  <a:lnTo>
                    <a:pt x="26" y="0"/>
                  </a:lnTo>
                  <a:lnTo>
                    <a:pt x="53" y="107"/>
                  </a:lnTo>
                  <a:lnTo>
                    <a:pt x="27" y="114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</p:grpSp>
      <p:sp>
        <p:nvSpPr>
          <p:cNvPr id="93" name="Freeform 43">
            <a:extLst>
              <a:ext uri="{FF2B5EF4-FFF2-40B4-BE49-F238E27FC236}">
                <a16:creationId xmlns:a16="http://schemas.microsoft.com/office/drawing/2014/main" id="{DBEE441C-0682-C562-12D5-FB5CB2A18730}"/>
              </a:ext>
            </a:extLst>
          </p:cNvPr>
          <p:cNvSpPr>
            <a:spLocks noEditPoints="1"/>
          </p:cNvSpPr>
          <p:nvPr/>
        </p:nvSpPr>
        <p:spPr bwMode="auto">
          <a:xfrm>
            <a:off x="6257658" y="2371259"/>
            <a:ext cx="21298" cy="21298"/>
          </a:xfrm>
          <a:custGeom>
            <a:avLst/>
            <a:gdLst>
              <a:gd name="T0" fmla="*/ 29 w 33"/>
              <a:gd name="T1" fmla="*/ 28 h 33"/>
              <a:gd name="T2" fmla="*/ 29 w 33"/>
              <a:gd name="T3" fmla="*/ 28 h 33"/>
              <a:gd name="T4" fmla="*/ 32 w 33"/>
              <a:gd name="T5" fmla="*/ 23 h 33"/>
              <a:gd name="T6" fmla="*/ 33 w 33"/>
              <a:gd name="T7" fmla="*/ 17 h 33"/>
              <a:gd name="T8" fmla="*/ 32 w 33"/>
              <a:gd name="T9" fmla="*/ 10 h 33"/>
              <a:gd name="T10" fmla="*/ 29 w 33"/>
              <a:gd name="T11" fmla="*/ 5 h 33"/>
              <a:gd name="T12" fmla="*/ 29 w 33"/>
              <a:gd name="T13" fmla="*/ 5 h 33"/>
              <a:gd name="T14" fmla="*/ 23 w 33"/>
              <a:gd name="T15" fmla="*/ 1 h 33"/>
              <a:gd name="T16" fmla="*/ 16 w 33"/>
              <a:gd name="T17" fmla="*/ 0 h 33"/>
              <a:gd name="T18" fmla="*/ 10 w 33"/>
              <a:gd name="T19" fmla="*/ 1 h 33"/>
              <a:gd name="T20" fmla="*/ 5 w 33"/>
              <a:gd name="T21" fmla="*/ 5 h 33"/>
              <a:gd name="T22" fmla="*/ 5 w 33"/>
              <a:gd name="T23" fmla="*/ 5 h 33"/>
              <a:gd name="T24" fmla="*/ 1 w 33"/>
              <a:gd name="T25" fmla="*/ 10 h 33"/>
              <a:gd name="T26" fmla="*/ 0 w 33"/>
              <a:gd name="T27" fmla="*/ 17 h 33"/>
              <a:gd name="T28" fmla="*/ 1 w 33"/>
              <a:gd name="T29" fmla="*/ 23 h 33"/>
              <a:gd name="T30" fmla="*/ 5 w 33"/>
              <a:gd name="T31" fmla="*/ 28 h 33"/>
              <a:gd name="T32" fmla="*/ 5 w 33"/>
              <a:gd name="T33" fmla="*/ 28 h 33"/>
              <a:gd name="T34" fmla="*/ 10 w 33"/>
              <a:gd name="T35" fmla="*/ 32 h 33"/>
              <a:gd name="T36" fmla="*/ 16 w 33"/>
              <a:gd name="T37" fmla="*/ 33 h 33"/>
              <a:gd name="T38" fmla="*/ 23 w 33"/>
              <a:gd name="T39" fmla="*/ 32 h 33"/>
              <a:gd name="T40" fmla="*/ 29 w 33"/>
              <a:gd name="T41" fmla="*/ 28 h 33"/>
              <a:gd name="T42" fmla="*/ 29 w 33"/>
              <a:gd name="T43" fmla="*/ 28 h 33"/>
              <a:gd name="T44" fmla="*/ 29 w 33"/>
              <a:gd name="T45" fmla="*/ 28 h 33"/>
              <a:gd name="T46" fmla="*/ 29 w 33"/>
              <a:gd name="T47" fmla="*/ 2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3" h="33">
                <a:moveTo>
                  <a:pt x="29" y="28"/>
                </a:moveTo>
                <a:lnTo>
                  <a:pt x="29" y="28"/>
                </a:lnTo>
                <a:lnTo>
                  <a:pt x="32" y="23"/>
                </a:lnTo>
                <a:lnTo>
                  <a:pt x="33" y="17"/>
                </a:lnTo>
                <a:lnTo>
                  <a:pt x="32" y="10"/>
                </a:lnTo>
                <a:lnTo>
                  <a:pt x="29" y="5"/>
                </a:lnTo>
                <a:lnTo>
                  <a:pt x="29" y="5"/>
                </a:lnTo>
                <a:lnTo>
                  <a:pt x="23" y="1"/>
                </a:lnTo>
                <a:lnTo>
                  <a:pt x="16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0"/>
                </a:lnTo>
                <a:lnTo>
                  <a:pt x="0" y="17"/>
                </a:lnTo>
                <a:lnTo>
                  <a:pt x="1" y="23"/>
                </a:lnTo>
                <a:lnTo>
                  <a:pt x="5" y="28"/>
                </a:lnTo>
                <a:lnTo>
                  <a:pt x="5" y="28"/>
                </a:lnTo>
                <a:lnTo>
                  <a:pt x="10" y="32"/>
                </a:lnTo>
                <a:lnTo>
                  <a:pt x="16" y="33"/>
                </a:lnTo>
                <a:lnTo>
                  <a:pt x="23" y="32"/>
                </a:lnTo>
                <a:lnTo>
                  <a:pt x="29" y="28"/>
                </a:lnTo>
                <a:lnTo>
                  <a:pt x="29" y="28"/>
                </a:lnTo>
                <a:close/>
                <a:moveTo>
                  <a:pt x="29" y="28"/>
                </a:moveTo>
                <a:lnTo>
                  <a:pt x="29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4" name="Freeform 44">
            <a:extLst>
              <a:ext uri="{FF2B5EF4-FFF2-40B4-BE49-F238E27FC236}">
                <a16:creationId xmlns:a16="http://schemas.microsoft.com/office/drawing/2014/main" id="{44A6FF15-6ECA-3810-A13C-272A552FDB21}"/>
              </a:ext>
            </a:extLst>
          </p:cNvPr>
          <p:cNvSpPr>
            <a:spLocks/>
          </p:cNvSpPr>
          <p:nvPr/>
        </p:nvSpPr>
        <p:spPr bwMode="auto">
          <a:xfrm>
            <a:off x="6257658" y="2371259"/>
            <a:ext cx="21298" cy="21298"/>
          </a:xfrm>
          <a:custGeom>
            <a:avLst/>
            <a:gdLst>
              <a:gd name="T0" fmla="*/ 29 w 33"/>
              <a:gd name="T1" fmla="*/ 28 h 33"/>
              <a:gd name="T2" fmla="*/ 29 w 33"/>
              <a:gd name="T3" fmla="*/ 28 h 33"/>
              <a:gd name="T4" fmla="*/ 32 w 33"/>
              <a:gd name="T5" fmla="*/ 23 h 33"/>
              <a:gd name="T6" fmla="*/ 33 w 33"/>
              <a:gd name="T7" fmla="*/ 17 h 33"/>
              <a:gd name="T8" fmla="*/ 32 w 33"/>
              <a:gd name="T9" fmla="*/ 10 h 33"/>
              <a:gd name="T10" fmla="*/ 29 w 33"/>
              <a:gd name="T11" fmla="*/ 5 h 33"/>
              <a:gd name="T12" fmla="*/ 29 w 33"/>
              <a:gd name="T13" fmla="*/ 5 h 33"/>
              <a:gd name="T14" fmla="*/ 23 w 33"/>
              <a:gd name="T15" fmla="*/ 1 h 33"/>
              <a:gd name="T16" fmla="*/ 16 w 33"/>
              <a:gd name="T17" fmla="*/ 0 h 33"/>
              <a:gd name="T18" fmla="*/ 10 w 33"/>
              <a:gd name="T19" fmla="*/ 1 h 33"/>
              <a:gd name="T20" fmla="*/ 5 w 33"/>
              <a:gd name="T21" fmla="*/ 5 h 33"/>
              <a:gd name="T22" fmla="*/ 5 w 33"/>
              <a:gd name="T23" fmla="*/ 5 h 33"/>
              <a:gd name="T24" fmla="*/ 1 w 33"/>
              <a:gd name="T25" fmla="*/ 10 h 33"/>
              <a:gd name="T26" fmla="*/ 0 w 33"/>
              <a:gd name="T27" fmla="*/ 17 h 33"/>
              <a:gd name="T28" fmla="*/ 1 w 33"/>
              <a:gd name="T29" fmla="*/ 23 h 33"/>
              <a:gd name="T30" fmla="*/ 5 w 33"/>
              <a:gd name="T31" fmla="*/ 28 h 33"/>
              <a:gd name="T32" fmla="*/ 5 w 33"/>
              <a:gd name="T33" fmla="*/ 28 h 33"/>
              <a:gd name="T34" fmla="*/ 10 w 33"/>
              <a:gd name="T35" fmla="*/ 32 h 33"/>
              <a:gd name="T36" fmla="*/ 16 w 33"/>
              <a:gd name="T37" fmla="*/ 33 h 33"/>
              <a:gd name="T38" fmla="*/ 23 w 33"/>
              <a:gd name="T39" fmla="*/ 32 h 33"/>
              <a:gd name="T40" fmla="*/ 29 w 33"/>
              <a:gd name="T41" fmla="*/ 28 h 33"/>
              <a:gd name="T42" fmla="*/ 29 w 33"/>
              <a:gd name="T43" fmla="*/ 2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3" h="33">
                <a:moveTo>
                  <a:pt x="29" y="28"/>
                </a:moveTo>
                <a:lnTo>
                  <a:pt x="29" y="28"/>
                </a:lnTo>
                <a:lnTo>
                  <a:pt x="32" y="23"/>
                </a:lnTo>
                <a:lnTo>
                  <a:pt x="33" y="17"/>
                </a:lnTo>
                <a:lnTo>
                  <a:pt x="32" y="10"/>
                </a:lnTo>
                <a:lnTo>
                  <a:pt x="29" y="5"/>
                </a:lnTo>
                <a:lnTo>
                  <a:pt x="29" y="5"/>
                </a:lnTo>
                <a:lnTo>
                  <a:pt x="23" y="1"/>
                </a:lnTo>
                <a:lnTo>
                  <a:pt x="16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0"/>
                </a:lnTo>
                <a:lnTo>
                  <a:pt x="0" y="17"/>
                </a:lnTo>
                <a:lnTo>
                  <a:pt x="1" y="23"/>
                </a:lnTo>
                <a:lnTo>
                  <a:pt x="5" y="28"/>
                </a:lnTo>
                <a:lnTo>
                  <a:pt x="5" y="28"/>
                </a:lnTo>
                <a:lnTo>
                  <a:pt x="10" y="32"/>
                </a:lnTo>
                <a:lnTo>
                  <a:pt x="16" y="33"/>
                </a:lnTo>
                <a:lnTo>
                  <a:pt x="23" y="32"/>
                </a:lnTo>
                <a:lnTo>
                  <a:pt x="29" y="28"/>
                </a:lnTo>
                <a:lnTo>
                  <a:pt x="29" y="28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5" name="Line 45">
            <a:extLst>
              <a:ext uri="{FF2B5EF4-FFF2-40B4-BE49-F238E27FC236}">
                <a16:creationId xmlns:a16="http://schemas.microsoft.com/office/drawing/2014/main" id="{847FB7C7-261D-21D7-97B1-BAF729A2E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7019" y="2388683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6" name="Freeform 46">
            <a:extLst>
              <a:ext uri="{FF2B5EF4-FFF2-40B4-BE49-F238E27FC236}">
                <a16:creationId xmlns:a16="http://schemas.microsoft.com/office/drawing/2014/main" id="{560B41C3-E7F0-00E4-E79E-B27FE7AB81CF}"/>
              </a:ext>
            </a:extLst>
          </p:cNvPr>
          <p:cNvSpPr>
            <a:spLocks noEditPoints="1"/>
          </p:cNvSpPr>
          <p:nvPr/>
        </p:nvSpPr>
        <p:spPr bwMode="auto">
          <a:xfrm>
            <a:off x="5955619" y="2392556"/>
            <a:ext cx="21298" cy="21298"/>
          </a:xfrm>
          <a:custGeom>
            <a:avLst/>
            <a:gdLst>
              <a:gd name="T0" fmla="*/ 28 w 33"/>
              <a:gd name="T1" fmla="*/ 28 h 33"/>
              <a:gd name="T2" fmla="*/ 28 w 33"/>
              <a:gd name="T3" fmla="*/ 28 h 33"/>
              <a:gd name="T4" fmla="*/ 32 w 33"/>
              <a:gd name="T5" fmla="*/ 23 h 33"/>
              <a:gd name="T6" fmla="*/ 33 w 33"/>
              <a:gd name="T7" fmla="*/ 17 h 33"/>
              <a:gd name="T8" fmla="*/ 32 w 33"/>
              <a:gd name="T9" fmla="*/ 10 h 33"/>
              <a:gd name="T10" fmla="*/ 28 w 33"/>
              <a:gd name="T11" fmla="*/ 5 h 33"/>
              <a:gd name="T12" fmla="*/ 28 w 33"/>
              <a:gd name="T13" fmla="*/ 5 h 33"/>
              <a:gd name="T14" fmla="*/ 23 w 33"/>
              <a:gd name="T15" fmla="*/ 1 h 33"/>
              <a:gd name="T16" fmla="*/ 17 w 33"/>
              <a:gd name="T17" fmla="*/ 0 h 33"/>
              <a:gd name="T18" fmla="*/ 10 w 33"/>
              <a:gd name="T19" fmla="*/ 1 h 33"/>
              <a:gd name="T20" fmla="*/ 5 w 33"/>
              <a:gd name="T21" fmla="*/ 5 h 33"/>
              <a:gd name="T22" fmla="*/ 5 w 33"/>
              <a:gd name="T23" fmla="*/ 5 h 33"/>
              <a:gd name="T24" fmla="*/ 1 w 33"/>
              <a:gd name="T25" fmla="*/ 10 h 33"/>
              <a:gd name="T26" fmla="*/ 0 w 33"/>
              <a:gd name="T27" fmla="*/ 17 h 33"/>
              <a:gd name="T28" fmla="*/ 1 w 33"/>
              <a:gd name="T29" fmla="*/ 23 h 33"/>
              <a:gd name="T30" fmla="*/ 5 w 33"/>
              <a:gd name="T31" fmla="*/ 28 h 33"/>
              <a:gd name="T32" fmla="*/ 5 w 33"/>
              <a:gd name="T33" fmla="*/ 28 h 33"/>
              <a:gd name="T34" fmla="*/ 10 w 33"/>
              <a:gd name="T35" fmla="*/ 32 h 33"/>
              <a:gd name="T36" fmla="*/ 17 w 33"/>
              <a:gd name="T37" fmla="*/ 33 h 33"/>
              <a:gd name="T38" fmla="*/ 23 w 33"/>
              <a:gd name="T39" fmla="*/ 32 h 33"/>
              <a:gd name="T40" fmla="*/ 28 w 33"/>
              <a:gd name="T41" fmla="*/ 28 h 33"/>
              <a:gd name="T42" fmla="*/ 28 w 33"/>
              <a:gd name="T43" fmla="*/ 28 h 33"/>
              <a:gd name="T44" fmla="*/ 28 w 33"/>
              <a:gd name="T45" fmla="*/ 28 h 33"/>
              <a:gd name="T46" fmla="*/ 28 w 33"/>
              <a:gd name="T47" fmla="*/ 2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3" h="33">
                <a:moveTo>
                  <a:pt x="28" y="28"/>
                </a:moveTo>
                <a:lnTo>
                  <a:pt x="28" y="28"/>
                </a:lnTo>
                <a:lnTo>
                  <a:pt x="32" y="23"/>
                </a:lnTo>
                <a:lnTo>
                  <a:pt x="33" y="17"/>
                </a:lnTo>
                <a:lnTo>
                  <a:pt x="32" y="10"/>
                </a:lnTo>
                <a:lnTo>
                  <a:pt x="28" y="5"/>
                </a:lnTo>
                <a:lnTo>
                  <a:pt x="28" y="5"/>
                </a:lnTo>
                <a:lnTo>
                  <a:pt x="23" y="1"/>
                </a:lnTo>
                <a:lnTo>
                  <a:pt x="17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0"/>
                </a:lnTo>
                <a:lnTo>
                  <a:pt x="0" y="17"/>
                </a:lnTo>
                <a:lnTo>
                  <a:pt x="1" y="23"/>
                </a:lnTo>
                <a:lnTo>
                  <a:pt x="5" y="28"/>
                </a:lnTo>
                <a:lnTo>
                  <a:pt x="5" y="28"/>
                </a:lnTo>
                <a:lnTo>
                  <a:pt x="10" y="32"/>
                </a:lnTo>
                <a:lnTo>
                  <a:pt x="17" y="33"/>
                </a:lnTo>
                <a:lnTo>
                  <a:pt x="23" y="32"/>
                </a:lnTo>
                <a:lnTo>
                  <a:pt x="28" y="28"/>
                </a:lnTo>
                <a:lnTo>
                  <a:pt x="28" y="28"/>
                </a:lnTo>
                <a:close/>
                <a:moveTo>
                  <a:pt x="28" y="28"/>
                </a:moveTo>
                <a:lnTo>
                  <a:pt x="28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7" name="Freeform 47">
            <a:extLst>
              <a:ext uri="{FF2B5EF4-FFF2-40B4-BE49-F238E27FC236}">
                <a16:creationId xmlns:a16="http://schemas.microsoft.com/office/drawing/2014/main" id="{31BB7D3E-6129-F37B-8643-67D4E2AD5115}"/>
              </a:ext>
            </a:extLst>
          </p:cNvPr>
          <p:cNvSpPr>
            <a:spLocks/>
          </p:cNvSpPr>
          <p:nvPr/>
        </p:nvSpPr>
        <p:spPr bwMode="auto">
          <a:xfrm>
            <a:off x="5955619" y="2392556"/>
            <a:ext cx="21298" cy="21298"/>
          </a:xfrm>
          <a:custGeom>
            <a:avLst/>
            <a:gdLst>
              <a:gd name="T0" fmla="*/ 28 w 33"/>
              <a:gd name="T1" fmla="*/ 28 h 33"/>
              <a:gd name="T2" fmla="*/ 28 w 33"/>
              <a:gd name="T3" fmla="*/ 28 h 33"/>
              <a:gd name="T4" fmla="*/ 32 w 33"/>
              <a:gd name="T5" fmla="*/ 23 h 33"/>
              <a:gd name="T6" fmla="*/ 33 w 33"/>
              <a:gd name="T7" fmla="*/ 17 h 33"/>
              <a:gd name="T8" fmla="*/ 32 w 33"/>
              <a:gd name="T9" fmla="*/ 10 h 33"/>
              <a:gd name="T10" fmla="*/ 28 w 33"/>
              <a:gd name="T11" fmla="*/ 5 h 33"/>
              <a:gd name="T12" fmla="*/ 28 w 33"/>
              <a:gd name="T13" fmla="*/ 5 h 33"/>
              <a:gd name="T14" fmla="*/ 23 w 33"/>
              <a:gd name="T15" fmla="*/ 1 h 33"/>
              <a:gd name="T16" fmla="*/ 17 w 33"/>
              <a:gd name="T17" fmla="*/ 0 h 33"/>
              <a:gd name="T18" fmla="*/ 10 w 33"/>
              <a:gd name="T19" fmla="*/ 1 h 33"/>
              <a:gd name="T20" fmla="*/ 5 w 33"/>
              <a:gd name="T21" fmla="*/ 5 h 33"/>
              <a:gd name="T22" fmla="*/ 5 w 33"/>
              <a:gd name="T23" fmla="*/ 5 h 33"/>
              <a:gd name="T24" fmla="*/ 1 w 33"/>
              <a:gd name="T25" fmla="*/ 10 h 33"/>
              <a:gd name="T26" fmla="*/ 0 w 33"/>
              <a:gd name="T27" fmla="*/ 17 h 33"/>
              <a:gd name="T28" fmla="*/ 1 w 33"/>
              <a:gd name="T29" fmla="*/ 23 h 33"/>
              <a:gd name="T30" fmla="*/ 5 w 33"/>
              <a:gd name="T31" fmla="*/ 28 h 33"/>
              <a:gd name="T32" fmla="*/ 5 w 33"/>
              <a:gd name="T33" fmla="*/ 28 h 33"/>
              <a:gd name="T34" fmla="*/ 10 w 33"/>
              <a:gd name="T35" fmla="*/ 32 h 33"/>
              <a:gd name="T36" fmla="*/ 17 w 33"/>
              <a:gd name="T37" fmla="*/ 33 h 33"/>
              <a:gd name="T38" fmla="*/ 23 w 33"/>
              <a:gd name="T39" fmla="*/ 32 h 33"/>
              <a:gd name="T40" fmla="*/ 28 w 33"/>
              <a:gd name="T41" fmla="*/ 28 h 33"/>
              <a:gd name="T42" fmla="*/ 28 w 33"/>
              <a:gd name="T43" fmla="*/ 2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33" h="33">
                <a:moveTo>
                  <a:pt x="28" y="28"/>
                </a:moveTo>
                <a:lnTo>
                  <a:pt x="28" y="28"/>
                </a:lnTo>
                <a:lnTo>
                  <a:pt x="32" y="23"/>
                </a:lnTo>
                <a:lnTo>
                  <a:pt x="33" y="17"/>
                </a:lnTo>
                <a:lnTo>
                  <a:pt x="32" y="10"/>
                </a:lnTo>
                <a:lnTo>
                  <a:pt x="28" y="5"/>
                </a:lnTo>
                <a:lnTo>
                  <a:pt x="28" y="5"/>
                </a:lnTo>
                <a:lnTo>
                  <a:pt x="23" y="1"/>
                </a:lnTo>
                <a:lnTo>
                  <a:pt x="17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0"/>
                </a:lnTo>
                <a:lnTo>
                  <a:pt x="0" y="17"/>
                </a:lnTo>
                <a:lnTo>
                  <a:pt x="1" y="23"/>
                </a:lnTo>
                <a:lnTo>
                  <a:pt x="5" y="28"/>
                </a:lnTo>
                <a:lnTo>
                  <a:pt x="5" y="28"/>
                </a:lnTo>
                <a:lnTo>
                  <a:pt x="10" y="32"/>
                </a:lnTo>
                <a:lnTo>
                  <a:pt x="17" y="33"/>
                </a:lnTo>
                <a:lnTo>
                  <a:pt x="23" y="32"/>
                </a:lnTo>
                <a:lnTo>
                  <a:pt x="28" y="28"/>
                </a:lnTo>
                <a:lnTo>
                  <a:pt x="28" y="28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8" name="Line 48">
            <a:extLst>
              <a:ext uri="{FF2B5EF4-FFF2-40B4-BE49-F238E27FC236}">
                <a16:creationId xmlns:a16="http://schemas.microsoft.com/office/drawing/2014/main" id="{34208F59-04C1-04CD-7818-B3694B8EB5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045" y="2411917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99" name="Freeform 49">
            <a:extLst>
              <a:ext uri="{FF2B5EF4-FFF2-40B4-BE49-F238E27FC236}">
                <a16:creationId xmlns:a16="http://schemas.microsoft.com/office/drawing/2014/main" id="{714F37E7-CA90-D810-B251-8CF85000DDAB}"/>
              </a:ext>
            </a:extLst>
          </p:cNvPr>
          <p:cNvSpPr>
            <a:spLocks noEditPoints="1"/>
          </p:cNvSpPr>
          <p:nvPr/>
        </p:nvSpPr>
        <p:spPr bwMode="auto">
          <a:xfrm>
            <a:off x="5891726" y="2423534"/>
            <a:ext cx="54212" cy="54212"/>
          </a:xfrm>
          <a:custGeom>
            <a:avLst/>
            <a:gdLst>
              <a:gd name="T0" fmla="*/ 28 w 83"/>
              <a:gd name="T1" fmla="*/ 81 h 86"/>
              <a:gd name="T2" fmla="*/ 78 w 83"/>
              <a:gd name="T3" fmla="*/ 30 h 86"/>
              <a:gd name="T4" fmla="*/ 78 w 83"/>
              <a:gd name="T5" fmla="*/ 30 h 86"/>
              <a:gd name="T6" fmla="*/ 82 w 83"/>
              <a:gd name="T7" fmla="*/ 24 h 86"/>
              <a:gd name="T8" fmla="*/ 83 w 83"/>
              <a:gd name="T9" fmla="*/ 17 h 86"/>
              <a:gd name="T10" fmla="*/ 82 w 83"/>
              <a:gd name="T11" fmla="*/ 11 h 86"/>
              <a:gd name="T12" fmla="*/ 78 w 83"/>
              <a:gd name="T13" fmla="*/ 6 h 86"/>
              <a:gd name="T14" fmla="*/ 78 w 83"/>
              <a:gd name="T15" fmla="*/ 6 h 86"/>
              <a:gd name="T16" fmla="*/ 73 w 83"/>
              <a:gd name="T17" fmla="*/ 2 h 86"/>
              <a:gd name="T18" fmla="*/ 67 w 83"/>
              <a:gd name="T19" fmla="*/ 0 h 86"/>
              <a:gd name="T20" fmla="*/ 60 w 83"/>
              <a:gd name="T21" fmla="*/ 2 h 86"/>
              <a:gd name="T22" fmla="*/ 55 w 83"/>
              <a:gd name="T23" fmla="*/ 6 h 86"/>
              <a:gd name="T24" fmla="*/ 5 w 83"/>
              <a:gd name="T25" fmla="*/ 56 h 86"/>
              <a:gd name="T26" fmla="*/ 5 w 83"/>
              <a:gd name="T27" fmla="*/ 56 h 86"/>
              <a:gd name="T28" fmla="*/ 1 w 83"/>
              <a:gd name="T29" fmla="*/ 63 h 86"/>
              <a:gd name="T30" fmla="*/ 0 w 83"/>
              <a:gd name="T31" fmla="*/ 69 h 86"/>
              <a:gd name="T32" fmla="*/ 1 w 83"/>
              <a:gd name="T33" fmla="*/ 76 h 86"/>
              <a:gd name="T34" fmla="*/ 5 w 83"/>
              <a:gd name="T35" fmla="*/ 81 h 86"/>
              <a:gd name="T36" fmla="*/ 5 w 83"/>
              <a:gd name="T37" fmla="*/ 81 h 86"/>
              <a:gd name="T38" fmla="*/ 10 w 83"/>
              <a:gd name="T39" fmla="*/ 85 h 86"/>
              <a:gd name="T40" fmla="*/ 16 w 83"/>
              <a:gd name="T41" fmla="*/ 86 h 86"/>
              <a:gd name="T42" fmla="*/ 23 w 83"/>
              <a:gd name="T43" fmla="*/ 85 h 86"/>
              <a:gd name="T44" fmla="*/ 28 w 83"/>
              <a:gd name="T45" fmla="*/ 81 h 86"/>
              <a:gd name="T46" fmla="*/ 28 w 83"/>
              <a:gd name="T47" fmla="*/ 81 h 86"/>
              <a:gd name="T48" fmla="*/ 28 w 83"/>
              <a:gd name="T49" fmla="*/ 81 h 86"/>
              <a:gd name="T50" fmla="*/ 28 w 83"/>
              <a:gd name="T51" fmla="*/ 81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83" h="86">
                <a:moveTo>
                  <a:pt x="28" y="81"/>
                </a:moveTo>
                <a:lnTo>
                  <a:pt x="78" y="30"/>
                </a:lnTo>
                <a:lnTo>
                  <a:pt x="78" y="30"/>
                </a:lnTo>
                <a:lnTo>
                  <a:pt x="82" y="24"/>
                </a:lnTo>
                <a:lnTo>
                  <a:pt x="83" y="17"/>
                </a:lnTo>
                <a:lnTo>
                  <a:pt x="82" y="11"/>
                </a:lnTo>
                <a:lnTo>
                  <a:pt x="78" y="6"/>
                </a:lnTo>
                <a:lnTo>
                  <a:pt x="78" y="6"/>
                </a:lnTo>
                <a:lnTo>
                  <a:pt x="73" y="2"/>
                </a:lnTo>
                <a:lnTo>
                  <a:pt x="67" y="0"/>
                </a:lnTo>
                <a:lnTo>
                  <a:pt x="60" y="2"/>
                </a:lnTo>
                <a:lnTo>
                  <a:pt x="55" y="6"/>
                </a:lnTo>
                <a:lnTo>
                  <a:pt x="5" y="56"/>
                </a:lnTo>
                <a:lnTo>
                  <a:pt x="5" y="56"/>
                </a:lnTo>
                <a:lnTo>
                  <a:pt x="1" y="63"/>
                </a:lnTo>
                <a:lnTo>
                  <a:pt x="0" y="69"/>
                </a:lnTo>
                <a:lnTo>
                  <a:pt x="1" y="76"/>
                </a:lnTo>
                <a:lnTo>
                  <a:pt x="5" y="81"/>
                </a:lnTo>
                <a:lnTo>
                  <a:pt x="5" y="81"/>
                </a:lnTo>
                <a:lnTo>
                  <a:pt x="10" y="85"/>
                </a:lnTo>
                <a:lnTo>
                  <a:pt x="16" y="86"/>
                </a:lnTo>
                <a:lnTo>
                  <a:pt x="23" y="85"/>
                </a:lnTo>
                <a:lnTo>
                  <a:pt x="28" y="81"/>
                </a:lnTo>
                <a:lnTo>
                  <a:pt x="28" y="81"/>
                </a:lnTo>
                <a:close/>
                <a:moveTo>
                  <a:pt x="28" y="81"/>
                </a:moveTo>
                <a:lnTo>
                  <a:pt x="28" y="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0" name="Freeform 50">
            <a:extLst>
              <a:ext uri="{FF2B5EF4-FFF2-40B4-BE49-F238E27FC236}">
                <a16:creationId xmlns:a16="http://schemas.microsoft.com/office/drawing/2014/main" id="{2009B304-683A-4326-900B-8220BE995408}"/>
              </a:ext>
            </a:extLst>
          </p:cNvPr>
          <p:cNvSpPr>
            <a:spLocks/>
          </p:cNvSpPr>
          <p:nvPr/>
        </p:nvSpPr>
        <p:spPr bwMode="auto">
          <a:xfrm>
            <a:off x="5891726" y="2423534"/>
            <a:ext cx="54212" cy="54212"/>
          </a:xfrm>
          <a:custGeom>
            <a:avLst/>
            <a:gdLst>
              <a:gd name="T0" fmla="*/ 28 w 83"/>
              <a:gd name="T1" fmla="*/ 81 h 86"/>
              <a:gd name="T2" fmla="*/ 78 w 83"/>
              <a:gd name="T3" fmla="*/ 30 h 86"/>
              <a:gd name="T4" fmla="*/ 78 w 83"/>
              <a:gd name="T5" fmla="*/ 30 h 86"/>
              <a:gd name="T6" fmla="*/ 82 w 83"/>
              <a:gd name="T7" fmla="*/ 24 h 86"/>
              <a:gd name="T8" fmla="*/ 83 w 83"/>
              <a:gd name="T9" fmla="*/ 17 h 86"/>
              <a:gd name="T10" fmla="*/ 82 w 83"/>
              <a:gd name="T11" fmla="*/ 11 h 86"/>
              <a:gd name="T12" fmla="*/ 78 w 83"/>
              <a:gd name="T13" fmla="*/ 6 h 86"/>
              <a:gd name="T14" fmla="*/ 78 w 83"/>
              <a:gd name="T15" fmla="*/ 6 h 86"/>
              <a:gd name="T16" fmla="*/ 73 w 83"/>
              <a:gd name="T17" fmla="*/ 2 h 86"/>
              <a:gd name="T18" fmla="*/ 67 w 83"/>
              <a:gd name="T19" fmla="*/ 0 h 86"/>
              <a:gd name="T20" fmla="*/ 60 w 83"/>
              <a:gd name="T21" fmla="*/ 2 h 86"/>
              <a:gd name="T22" fmla="*/ 55 w 83"/>
              <a:gd name="T23" fmla="*/ 6 h 86"/>
              <a:gd name="T24" fmla="*/ 5 w 83"/>
              <a:gd name="T25" fmla="*/ 56 h 86"/>
              <a:gd name="T26" fmla="*/ 5 w 83"/>
              <a:gd name="T27" fmla="*/ 56 h 86"/>
              <a:gd name="T28" fmla="*/ 1 w 83"/>
              <a:gd name="T29" fmla="*/ 63 h 86"/>
              <a:gd name="T30" fmla="*/ 0 w 83"/>
              <a:gd name="T31" fmla="*/ 69 h 86"/>
              <a:gd name="T32" fmla="*/ 1 w 83"/>
              <a:gd name="T33" fmla="*/ 76 h 86"/>
              <a:gd name="T34" fmla="*/ 5 w 83"/>
              <a:gd name="T35" fmla="*/ 81 h 86"/>
              <a:gd name="T36" fmla="*/ 5 w 83"/>
              <a:gd name="T37" fmla="*/ 81 h 86"/>
              <a:gd name="T38" fmla="*/ 10 w 83"/>
              <a:gd name="T39" fmla="*/ 85 h 86"/>
              <a:gd name="T40" fmla="*/ 16 w 83"/>
              <a:gd name="T41" fmla="*/ 86 h 86"/>
              <a:gd name="T42" fmla="*/ 23 w 83"/>
              <a:gd name="T43" fmla="*/ 85 h 86"/>
              <a:gd name="T44" fmla="*/ 28 w 83"/>
              <a:gd name="T45" fmla="*/ 81 h 86"/>
              <a:gd name="T46" fmla="*/ 28 w 83"/>
              <a:gd name="T47" fmla="*/ 81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83" h="86">
                <a:moveTo>
                  <a:pt x="28" y="81"/>
                </a:moveTo>
                <a:lnTo>
                  <a:pt x="78" y="30"/>
                </a:lnTo>
                <a:lnTo>
                  <a:pt x="78" y="30"/>
                </a:lnTo>
                <a:lnTo>
                  <a:pt x="82" y="24"/>
                </a:lnTo>
                <a:lnTo>
                  <a:pt x="83" y="17"/>
                </a:lnTo>
                <a:lnTo>
                  <a:pt x="82" y="11"/>
                </a:lnTo>
                <a:lnTo>
                  <a:pt x="78" y="6"/>
                </a:lnTo>
                <a:lnTo>
                  <a:pt x="78" y="6"/>
                </a:lnTo>
                <a:lnTo>
                  <a:pt x="73" y="2"/>
                </a:lnTo>
                <a:lnTo>
                  <a:pt x="67" y="0"/>
                </a:lnTo>
                <a:lnTo>
                  <a:pt x="60" y="2"/>
                </a:lnTo>
                <a:lnTo>
                  <a:pt x="55" y="6"/>
                </a:lnTo>
                <a:lnTo>
                  <a:pt x="5" y="56"/>
                </a:lnTo>
                <a:lnTo>
                  <a:pt x="5" y="56"/>
                </a:lnTo>
                <a:lnTo>
                  <a:pt x="1" y="63"/>
                </a:lnTo>
                <a:lnTo>
                  <a:pt x="0" y="69"/>
                </a:lnTo>
                <a:lnTo>
                  <a:pt x="1" y="76"/>
                </a:lnTo>
                <a:lnTo>
                  <a:pt x="5" y="81"/>
                </a:lnTo>
                <a:lnTo>
                  <a:pt x="5" y="81"/>
                </a:lnTo>
                <a:lnTo>
                  <a:pt x="10" y="85"/>
                </a:lnTo>
                <a:lnTo>
                  <a:pt x="16" y="86"/>
                </a:lnTo>
                <a:lnTo>
                  <a:pt x="23" y="85"/>
                </a:lnTo>
                <a:lnTo>
                  <a:pt x="28" y="81"/>
                </a:lnTo>
                <a:lnTo>
                  <a:pt x="28" y="81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1" name="Line 51">
            <a:extLst>
              <a:ext uri="{FF2B5EF4-FFF2-40B4-BE49-F238E27FC236}">
                <a16:creationId xmlns:a16="http://schemas.microsoft.com/office/drawing/2014/main" id="{993D5FE0-ECF2-555D-B7E1-830F5DB29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9151" y="2475811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2" name="Freeform 52">
            <a:extLst>
              <a:ext uri="{FF2B5EF4-FFF2-40B4-BE49-F238E27FC236}">
                <a16:creationId xmlns:a16="http://schemas.microsoft.com/office/drawing/2014/main" id="{4C74A96F-D15B-A216-4FA7-FE59A41550D4}"/>
              </a:ext>
            </a:extLst>
          </p:cNvPr>
          <p:cNvSpPr>
            <a:spLocks noEditPoints="1"/>
          </p:cNvSpPr>
          <p:nvPr/>
        </p:nvSpPr>
        <p:spPr bwMode="auto">
          <a:xfrm>
            <a:off x="6288636" y="2402237"/>
            <a:ext cx="42595" cy="44532"/>
          </a:xfrm>
          <a:custGeom>
            <a:avLst/>
            <a:gdLst>
              <a:gd name="T0" fmla="*/ 39 w 67"/>
              <a:gd name="T1" fmla="*/ 64 h 69"/>
              <a:gd name="T2" fmla="*/ 39 w 67"/>
              <a:gd name="T3" fmla="*/ 64 h 69"/>
              <a:gd name="T4" fmla="*/ 44 w 67"/>
              <a:gd name="T5" fmla="*/ 67 h 69"/>
              <a:gd name="T6" fmla="*/ 50 w 67"/>
              <a:gd name="T7" fmla="*/ 69 h 69"/>
              <a:gd name="T8" fmla="*/ 57 w 67"/>
              <a:gd name="T9" fmla="*/ 67 h 69"/>
              <a:gd name="T10" fmla="*/ 62 w 67"/>
              <a:gd name="T11" fmla="*/ 64 h 69"/>
              <a:gd name="T12" fmla="*/ 62 w 67"/>
              <a:gd name="T13" fmla="*/ 64 h 69"/>
              <a:gd name="T14" fmla="*/ 66 w 67"/>
              <a:gd name="T15" fmla="*/ 58 h 69"/>
              <a:gd name="T16" fmla="*/ 67 w 67"/>
              <a:gd name="T17" fmla="*/ 52 h 69"/>
              <a:gd name="T18" fmla="*/ 66 w 67"/>
              <a:gd name="T19" fmla="*/ 45 h 69"/>
              <a:gd name="T20" fmla="*/ 62 w 67"/>
              <a:gd name="T21" fmla="*/ 39 h 69"/>
              <a:gd name="T22" fmla="*/ 28 w 67"/>
              <a:gd name="T23" fmla="*/ 5 h 69"/>
              <a:gd name="T24" fmla="*/ 28 w 67"/>
              <a:gd name="T25" fmla="*/ 5 h 69"/>
              <a:gd name="T26" fmla="*/ 23 w 67"/>
              <a:gd name="T27" fmla="*/ 1 h 69"/>
              <a:gd name="T28" fmla="*/ 17 w 67"/>
              <a:gd name="T29" fmla="*/ 0 h 69"/>
              <a:gd name="T30" fmla="*/ 10 w 67"/>
              <a:gd name="T31" fmla="*/ 1 h 69"/>
              <a:gd name="T32" fmla="*/ 5 w 67"/>
              <a:gd name="T33" fmla="*/ 5 h 69"/>
              <a:gd name="T34" fmla="*/ 5 w 67"/>
              <a:gd name="T35" fmla="*/ 5 h 69"/>
              <a:gd name="T36" fmla="*/ 1 w 67"/>
              <a:gd name="T37" fmla="*/ 12 h 69"/>
              <a:gd name="T38" fmla="*/ 0 w 67"/>
              <a:gd name="T39" fmla="*/ 17 h 69"/>
              <a:gd name="T40" fmla="*/ 1 w 67"/>
              <a:gd name="T41" fmla="*/ 23 h 69"/>
              <a:gd name="T42" fmla="*/ 5 w 67"/>
              <a:gd name="T43" fmla="*/ 30 h 69"/>
              <a:gd name="T44" fmla="*/ 39 w 67"/>
              <a:gd name="T45" fmla="*/ 64 h 69"/>
              <a:gd name="T46" fmla="*/ 39 w 67"/>
              <a:gd name="T47" fmla="*/ 64 h 69"/>
              <a:gd name="T48" fmla="*/ 39 w 67"/>
              <a:gd name="T49" fmla="*/ 64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7" h="69">
                <a:moveTo>
                  <a:pt x="39" y="64"/>
                </a:moveTo>
                <a:lnTo>
                  <a:pt x="39" y="64"/>
                </a:lnTo>
                <a:lnTo>
                  <a:pt x="44" y="67"/>
                </a:lnTo>
                <a:lnTo>
                  <a:pt x="50" y="69"/>
                </a:lnTo>
                <a:lnTo>
                  <a:pt x="57" y="67"/>
                </a:lnTo>
                <a:lnTo>
                  <a:pt x="62" y="64"/>
                </a:lnTo>
                <a:lnTo>
                  <a:pt x="62" y="64"/>
                </a:lnTo>
                <a:lnTo>
                  <a:pt x="66" y="58"/>
                </a:lnTo>
                <a:lnTo>
                  <a:pt x="67" y="52"/>
                </a:lnTo>
                <a:lnTo>
                  <a:pt x="66" y="45"/>
                </a:lnTo>
                <a:lnTo>
                  <a:pt x="62" y="39"/>
                </a:lnTo>
                <a:lnTo>
                  <a:pt x="28" y="5"/>
                </a:lnTo>
                <a:lnTo>
                  <a:pt x="28" y="5"/>
                </a:lnTo>
                <a:lnTo>
                  <a:pt x="23" y="1"/>
                </a:lnTo>
                <a:lnTo>
                  <a:pt x="17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2"/>
                </a:lnTo>
                <a:lnTo>
                  <a:pt x="0" y="17"/>
                </a:lnTo>
                <a:lnTo>
                  <a:pt x="1" y="23"/>
                </a:lnTo>
                <a:lnTo>
                  <a:pt x="5" y="30"/>
                </a:lnTo>
                <a:lnTo>
                  <a:pt x="39" y="64"/>
                </a:lnTo>
                <a:close/>
                <a:moveTo>
                  <a:pt x="39" y="64"/>
                </a:moveTo>
                <a:lnTo>
                  <a:pt x="39" y="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3" name="Freeform 53">
            <a:extLst>
              <a:ext uri="{FF2B5EF4-FFF2-40B4-BE49-F238E27FC236}">
                <a16:creationId xmlns:a16="http://schemas.microsoft.com/office/drawing/2014/main" id="{FDCD4617-5EB9-E140-D291-8356CA3511C1}"/>
              </a:ext>
            </a:extLst>
          </p:cNvPr>
          <p:cNvSpPr>
            <a:spLocks/>
          </p:cNvSpPr>
          <p:nvPr/>
        </p:nvSpPr>
        <p:spPr bwMode="auto">
          <a:xfrm>
            <a:off x="6288636" y="2402237"/>
            <a:ext cx="42595" cy="44532"/>
          </a:xfrm>
          <a:custGeom>
            <a:avLst/>
            <a:gdLst>
              <a:gd name="T0" fmla="*/ 39 w 67"/>
              <a:gd name="T1" fmla="*/ 64 h 69"/>
              <a:gd name="T2" fmla="*/ 39 w 67"/>
              <a:gd name="T3" fmla="*/ 64 h 69"/>
              <a:gd name="T4" fmla="*/ 44 w 67"/>
              <a:gd name="T5" fmla="*/ 67 h 69"/>
              <a:gd name="T6" fmla="*/ 50 w 67"/>
              <a:gd name="T7" fmla="*/ 69 h 69"/>
              <a:gd name="T8" fmla="*/ 57 w 67"/>
              <a:gd name="T9" fmla="*/ 67 h 69"/>
              <a:gd name="T10" fmla="*/ 62 w 67"/>
              <a:gd name="T11" fmla="*/ 64 h 69"/>
              <a:gd name="T12" fmla="*/ 62 w 67"/>
              <a:gd name="T13" fmla="*/ 64 h 69"/>
              <a:gd name="T14" fmla="*/ 66 w 67"/>
              <a:gd name="T15" fmla="*/ 58 h 69"/>
              <a:gd name="T16" fmla="*/ 67 w 67"/>
              <a:gd name="T17" fmla="*/ 52 h 69"/>
              <a:gd name="T18" fmla="*/ 66 w 67"/>
              <a:gd name="T19" fmla="*/ 45 h 69"/>
              <a:gd name="T20" fmla="*/ 62 w 67"/>
              <a:gd name="T21" fmla="*/ 39 h 69"/>
              <a:gd name="T22" fmla="*/ 28 w 67"/>
              <a:gd name="T23" fmla="*/ 5 h 69"/>
              <a:gd name="T24" fmla="*/ 28 w 67"/>
              <a:gd name="T25" fmla="*/ 5 h 69"/>
              <a:gd name="T26" fmla="*/ 23 w 67"/>
              <a:gd name="T27" fmla="*/ 1 h 69"/>
              <a:gd name="T28" fmla="*/ 17 w 67"/>
              <a:gd name="T29" fmla="*/ 0 h 69"/>
              <a:gd name="T30" fmla="*/ 10 w 67"/>
              <a:gd name="T31" fmla="*/ 1 h 69"/>
              <a:gd name="T32" fmla="*/ 5 w 67"/>
              <a:gd name="T33" fmla="*/ 5 h 69"/>
              <a:gd name="T34" fmla="*/ 5 w 67"/>
              <a:gd name="T35" fmla="*/ 5 h 69"/>
              <a:gd name="T36" fmla="*/ 1 w 67"/>
              <a:gd name="T37" fmla="*/ 12 h 69"/>
              <a:gd name="T38" fmla="*/ 0 w 67"/>
              <a:gd name="T39" fmla="*/ 17 h 69"/>
              <a:gd name="T40" fmla="*/ 1 w 67"/>
              <a:gd name="T41" fmla="*/ 23 h 69"/>
              <a:gd name="T42" fmla="*/ 5 w 67"/>
              <a:gd name="T43" fmla="*/ 30 h 69"/>
              <a:gd name="T44" fmla="*/ 39 w 67"/>
              <a:gd name="T45" fmla="*/ 64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7" h="69">
                <a:moveTo>
                  <a:pt x="39" y="64"/>
                </a:moveTo>
                <a:lnTo>
                  <a:pt x="39" y="64"/>
                </a:lnTo>
                <a:lnTo>
                  <a:pt x="44" y="67"/>
                </a:lnTo>
                <a:lnTo>
                  <a:pt x="50" y="69"/>
                </a:lnTo>
                <a:lnTo>
                  <a:pt x="57" y="67"/>
                </a:lnTo>
                <a:lnTo>
                  <a:pt x="62" y="64"/>
                </a:lnTo>
                <a:lnTo>
                  <a:pt x="62" y="64"/>
                </a:lnTo>
                <a:lnTo>
                  <a:pt x="66" y="58"/>
                </a:lnTo>
                <a:lnTo>
                  <a:pt x="67" y="52"/>
                </a:lnTo>
                <a:lnTo>
                  <a:pt x="66" y="45"/>
                </a:lnTo>
                <a:lnTo>
                  <a:pt x="62" y="39"/>
                </a:lnTo>
                <a:lnTo>
                  <a:pt x="28" y="5"/>
                </a:lnTo>
                <a:lnTo>
                  <a:pt x="28" y="5"/>
                </a:lnTo>
                <a:lnTo>
                  <a:pt x="23" y="1"/>
                </a:lnTo>
                <a:lnTo>
                  <a:pt x="17" y="0"/>
                </a:lnTo>
                <a:lnTo>
                  <a:pt x="10" y="1"/>
                </a:lnTo>
                <a:lnTo>
                  <a:pt x="5" y="5"/>
                </a:lnTo>
                <a:lnTo>
                  <a:pt x="5" y="5"/>
                </a:lnTo>
                <a:lnTo>
                  <a:pt x="1" y="12"/>
                </a:lnTo>
                <a:lnTo>
                  <a:pt x="0" y="17"/>
                </a:lnTo>
                <a:lnTo>
                  <a:pt x="1" y="23"/>
                </a:lnTo>
                <a:lnTo>
                  <a:pt x="5" y="30"/>
                </a:lnTo>
                <a:lnTo>
                  <a:pt x="39" y="64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4" name="Line 54">
            <a:extLst>
              <a:ext uri="{FF2B5EF4-FFF2-40B4-BE49-F238E27FC236}">
                <a16:creationId xmlns:a16="http://schemas.microsoft.com/office/drawing/2014/main" id="{971F37C5-256C-46BC-FF21-693AC2423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3807" y="2442896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5" name="Freeform 55">
            <a:extLst>
              <a:ext uri="{FF2B5EF4-FFF2-40B4-BE49-F238E27FC236}">
                <a16:creationId xmlns:a16="http://schemas.microsoft.com/office/drawing/2014/main" id="{6EE2F0AF-8C99-6E21-50BD-3BB4E94A683B}"/>
              </a:ext>
            </a:extLst>
          </p:cNvPr>
          <p:cNvSpPr>
            <a:spLocks noEditPoints="1"/>
          </p:cNvSpPr>
          <p:nvPr/>
        </p:nvSpPr>
        <p:spPr bwMode="auto">
          <a:xfrm>
            <a:off x="5791795" y="2303493"/>
            <a:ext cx="557611" cy="451123"/>
          </a:xfrm>
          <a:custGeom>
            <a:avLst/>
            <a:gdLst>
              <a:gd name="T0" fmla="*/ 560 w 864"/>
              <a:gd name="T1" fmla="*/ 86 h 699"/>
              <a:gd name="T2" fmla="*/ 507 w 864"/>
              <a:gd name="T3" fmla="*/ 110 h 699"/>
              <a:gd name="T4" fmla="*/ 409 w 864"/>
              <a:gd name="T5" fmla="*/ 147 h 699"/>
              <a:gd name="T6" fmla="*/ 246 w 864"/>
              <a:gd name="T7" fmla="*/ 27 h 699"/>
              <a:gd name="T8" fmla="*/ 0 w 864"/>
              <a:gd name="T9" fmla="*/ 257 h 699"/>
              <a:gd name="T10" fmla="*/ 133 w 864"/>
              <a:gd name="T11" fmla="*/ 427 h 699"/>
              <a:gd name="T12" fmla="*/ 149 w 864"/>
              <a:gd name="T13" fmla="*/ 508 h 699"/>
              <a:gd name="T14" fmla="*/ 200 w 864"/>
              <a:gd name="T15" fmla="*/ 562 h 699"/>
              <a:gd name="T16" fmla="*/ 260 w 864"/>
              <a:gd name="T17" fmla="*/ 621 h 699"/>
              <a:gd name="T18" fmla="*/ 312 w 864"/>
              <a:gd name="T19" fmla="*/ 672 h 699"/>
              <a:gd name="T20" fmla="*/ 394 w 864"/>
              <a:gd name="T21" fmla="*/ 689 h 699"/>
              <a:gd name="T22" fmla="*/ 467 w 864"/>
              <a:gd name="T23" fmla="*/ 698 h 699"/>
              <a:gd name="T24" fmla="*/ 515 w 864"/>
              <a:gd name="T25" fmla="*/ 638 h 699"/>
              <a:gd name="T26" fmla="*/ 576 w 864"/>
              <a:gd name="T27" fmla="*/ 578 h 699"/>
              <a:gd name="T28" fmla="*/ 634 w 864"/>
              <a:gd name="T29" fmla="*/ 530 h 699"/>
              <a:gd name="T30" fmla="*/ 690 w 864"/>
              <a:gd name="T31" fmla="*/ 481 h 699"/>
              <a:gd name="T32" fmla="*/ 860 w 864"/>
              <a:gd name="T33" fmla="*/ 222 h 699"/>
              <a:gd name="T34" fmla="*/ 299 w 864"/>
              <a:gd name="T35" fmla="*/ 128 h 699"/>
              <a:gd name="T36" fmla="*/ 157 w 864"/>
              <a:gd name="T37" fmla="*/ 454 h 699"/>
              <a:gd name="T38" fmla="*/ 242 w 864"/>
              <a:gd name="T39" fmla="*/ 373 h 699"/>
              <a:gd name="T40" fmla="*/ 267 w 864"/>
              <a:gd name="T41" fmla="*/ 399 h 699"/>
              <a:gd name="T42" fmla="*/ 187 w 864"/>
              <a:gd name="T43" fmla="*/ 484 h 699"/>
              <a:gd name="T44" fmla="*/ 220 w 864"/>
              <a:gd name="T45" fmla="*/ 533 h 699"/>
              <a:gd name="T46" fmla="*/ 283 w 864"/>
              <a:gd name="T47" fmla="*/ 441 h 699"/>
              <a:gd name="T48" fmla="*/ 319 w 864"/>
              <a:gd name="T49" fmla="*/ 441 h 699"/>
              <a:gd name="T50" fmla="*/ 319 w 864"/>
              <a:gd name="T51" fmla="*/ 477 h 699"/>
              <a:gd name="T52" fmla="*/ 232 w 864"/>
              <a:gd name="T53" fmla="*/ 542 h 699"/>
              <a:gd name="T54" fmla="*/ 276 w 864"/>
              <a:gd name="T55" fmla="*/ 580 h 699"/>
              <a:gd name="T56" fmla="*/ 357 w 864"/>
              <a:gd name="T57" fmla="*/ 494 h 699"/>
              <a:gd name="T58" fmla="*/ 386 w 864"/>
              <a:gd name="T59" fmla="*/ 514 h 699"/>
              <a:gd name="T60" fmla="*/ 319 w 864"/>
              <a:gd name="T61" fmla="*/ 597 h 699"/>
              <a:gd name="T62" fmla="*/ 283 w 864"/>
              <a:gd name="T63" fmla="*/ 597 h 699"/>
              <a:gd name="T64" fmla="*/ 340 w 864"/>
              <a:gd name="T65" fmla="*/ 625 h 699"/>
              <a:gd name="T66" fmla="*/ 430 w 864"/>
              <a:gd name="T67" fmla="*/ 555 h 699"/>
              <a:gd name="T68" fmla="*/ 444 w 864"/>
              <a:gd name="T69" fmla="*/ 589 h 699"/>
              <a:gd name="T70" fmla="*/ 357 w 864"/>
              <a:gd name="T71" fmla="*/ 664 h 699"/>
              <a:gd name="T72" fmla="*/ 461 w 864"/>
              <a:gd name="T73" fmla="*/ 664 h 699"/>
              <a:gd name="T74" fmla="*/ 469 w 864"/>
              <a:gd name="T75" fmla="*/ 615 h 699"/>
              <a:gd name="T76" fmla="*/ 482 w 864"/>
              <a:gd name="T77" fmla="*/ 639 h 699"/>
              <a:gd name="T78" fmla="*/ 645 w 864"/>
              <a:gd name="T79" fmla="*/ 482 h 699"/>
              <a:gd name="T80" fmla="*/ 534 w 864"/>
              <a:gd name="T81" fmla="*/ 396 h 699"/>
              <a:gd name="T82" fmla="*/ 594 w 864"/>
              <a:gd name="T83" fmla="*/ 501 h 699"/>
              <a:gd name="T84" fmla="*/ 594 w 864"/>
              <a:gd name="T85" fmla="*/ 537 h 699"/>
              <a:gd name="T86" fmla="*/ 558 w 864"/>
              <a:gd name="T87" fmla="*/ 537 h 699"/>
              <a:gd name="T88" fmla="*/ 452 w 864"/>
              <a:gd name="T89" fmla="*/ 471 h 699"/>
              <a:gd name="T90" fmla="*/ 541 w 864"/>
              <a:gd name="T91" fmla="*/ 584 h 699"/>
              <a:gd name="T92" fmla="*/ 516 w 864"/>
              <a:gd name="T93" fmla="*/ 604 h 699"/>
              <a:gd name="T94" fmla="*/ 475 w 864"/>
              <a:gd name="T95" fmla="*/ 556 h 699"/>
              <a:gd name="T96" fmla="*/ 420 w 864"/>
              <a:gd name="T97" fmla="*/ 507 h 699"/>
              <a:gd name="T98" fmla="*/ 361 w 864"/>
              <a:gd name="T99" fmla="*/ 459 h 699"/>
              <a:gd name="T100" fmla="*/ 301 w 864"/>
              <a:gd name="T101" fmla="*/ 399 h 699"/>
              <a:gd name="T102" fmla="*/ 242 w 864"/>
              <a:gd name="T103" fmla="*/ 340 h 699"/>
              <a:gd name="T104" fmla="*/ 345 w 864"/>
              <a:gd name="T105" fmla="*/ 149 h 699"/>
              <a:gd name="T106" fmla="*/ 318 w 864"/>
              <a:gd name="T107" fmla="*/ 267 h 699"/>
              <a:gd name="T108" fmla="*/ 385 w 864"/>
              <a:gd name="T109" fmla="*/ 335 h 699"/>
              <a:gd name="T110" fmla="*/ 657 w 864"/>
              <a:gd name="T111" fmla="*/ 445 h 699"/>
              <a:gd name="T112" fmla="*/ 648 w 864"/>
              <a:gd name="T113" fmla="*/ 386 h 699"/>
              <a:gd name="T114" fmla="*/ 511 w 864"/>
              <a:gd name="T115" fmla="*/ 202 h 699"/>
              <a:gd name="T116" fmla="*/ 385 w 864"/>
              <a:gd name="T117" fmla="*/ 301 h 699"/>
              <a:gd name="T118" fmla="*/ 352 w 864"/>
              <a:gd name="T119" fmla="*/ 267 h 699"/>
              <a:gd name="T120" fmla="*/ 446 w 864"/>
              <a:gd name="T121" fmla="*/ 161 h 699"/>
              <a:gd name="T122" fmla="*/ 541 w 864"/>
              <a:gd name="T123" fmla="*/ 139 h 699"/>
              <a:gd name="T124" fmla="*/ 657 w 864"/>
              <a:gd name="T125" fmla="*/ 41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4" h="699">
                <a:moveTo>
                  <a:pt x="860" y="197"/>
                </a:moveTo>
                <a:lnTo>
                  <a:pt x="668" y="5"/>
                </a:lnTo>
                <a:lnTo>
                  <a:pt x="668" y="5"/>
                </a:lnTo>
                <a:lnTo>
                  <a:pt x="663" y="1"/>
                </a:lnTo>
                <a:lnTo>
                  <a:pt x="657" y="0"/>
                </a:lnTo>
                <a:lnTo>
                  <a:pt x="650" y="1"/>
                </a:lnTo>
                <a:lnTo>
                  <a:pt x="645" y="5"/>
                </a:lnTo>
                <a:lnTo>
                  <a:pt x="645" y="5"/>
                </a:lnTo>
                <a:lnTo>
                  <a:pt x="560" y="86"/>
                </a:lnTo>
                <a:lnTo>
                  <a:pt x="560" y="86"/>
                </a:lnTo>
                <a:lnTo>
                  <a:pt x="559" y="86"/>
                </a:lnTo>
                <a:lnTo>
                  <a:pt x="559" y="86"/>
                </a:lnTo>
                <a:lnTo>
                  <a:pt x="547" y="97"/>
                </a:lnTo>
                <a:lnTo>
                  <a:pt x="534" y="105"/>
                </a:lnTo>
                <a:lnTo>
                  <a:pt x="528" y="106"/>
                </a:lnTo>
                <a:lnTo>
                  <a:pt x="521" y="109"/>
                </a:lnTo>
                <a:lnTo>
                  <a:pt x="507" y="110"/>
                </a:lnTo>
                <a:lnTo>
                  <a:pt x="507" y="110"/>
                </a:lnTo>
                <a:lnTo>
                  <a:pt x="492" y="110"/>
                </a:lnTo>
                <a:lnTo>
                  <a:pt x="478" y="113"/>
                </a:lnTo>
                <a:lnTo>
                  <a:pt x="465" y="115"/>
                </a:lnTo>
                <a:lnTo>
                  <a:pt x="452" y="119"/>
                </a:lnTo>
                <a:lnTo>
                  <a:pt x="440" y="124"/>
                </a:lnTo>
                <a:lnTo>
                  <a:pt x="429" y="131"/>
                </a:lnTo>
                <a:lnTo>
                  <a:pt x="418" y="137"/>
                </a:lnTo>
                <a:lnTo>
                  <a:pt x="409" y="147"/>
                </a:lnTo>
                <a:lnTo>
                  <a:pt x="409" y="147"/>
                </a:lnTo>
                <a:lnTo>
                  <a:pt x="400" y="139"/>
                </a:lnTo>
                <a:lnTo>
                  <a:pt x="393" y="134"/>
                </a:lnTo>
                <a:lnTo>
                  <a:pt x="384" y="127"/>
                </a:lnTo>
                <a:lnTo>
                  <a:pt x="373" y="123"/>
                </a:lnTo>
                <a:lnTo>
                  <a:pt x="364" y="119"/>
                </a:lnTo>
                <a:lnTo>
                  <a:pt x="353" y="117"/>
                </a:lnTo>
                <a:lnTo>
                  <a:pt x="343" y="114"/>
                </a:lnTo>
                <a:lnTo>
                  <a:pt x="330" y="113"/>
                </a:lnTo>
                <a:lnTo>
                  <a:pt x="246" y="27"/>
                </a:lnTo>
                <a:lnTo>
                  <a:pt x="246" y="27"/>
                </a:lnTo>
                <a:lnTo>
                  <a:pt x="239" y="23"/>
                </a:lnTo>
                <a:lnTo>
                  <a:pt x="233" y="22"/>
                </a:lnTo>
                <a:lnTo>
                  <a:pt x="227" y="23"/>
                </a:lnTo>
                <a:lnTo>
                  <a:pt x="221" y="27"/>
                </a:lnTo>
                <a:lnTo>
                  <a:pt x="5" y="245"/>
                </a:lnTo>
                <a:lnTo>
                  <a:pt x="5" y="245"/>
                </a:lnTo>
                <a:lnTo>
                  <a:pt x="1" y="250"/>
                </a:lnTo>
                <a:lnTo>
                  <a:pt x="0" y="257"/>
                </a:lnTo>
                <a:lnTo>
                  <a:pt x="1" y="263"/>
                </a:lnTo>
                <a:lnTo>
                  <a:pt x="5" y="268"/>
                </a:lnTo>
                <a:lnTo>
                  <a:pt x="5" y="268"/>
                </a:lnTo>
                <a:lnTo>
                  <a:pt x="5" y="270"/>
                </a:lnTo>
                <a:lnTo>
                  <a:pt x="5" y="270"/>
                </a:lnTo>
                <a:lnTo>
                  <a:pt x="147" y="411"/>
                </a:lnTo>
                <a:lnTo>
                  <a:pt x="140" y="416"/>
                </a:lnTo>
                <a:lnTo>
                  <a:pt x="140" y="416"/>
                </a:lnTo>
                <a:lnTo>
                  <a:pt x="133" y="427"/>
                </a:lnTo>
                <a:lnTo>
                  <a:pt x="127" y="437"/>
                </a:lnTo>
                <a:lnTo>
                  <a:pt x="124" y="447"/>
                </a:lnTo>
                <a:lnTo>
                  <a:pt x="124" y="459"/>
                </a:lnTo>
                <a:lnTo>
                  <a:pt x="124" y="471"/>
                </a:lnTo>
                <a:lnTo>
                  <a:pt x="127" y="481"/>
                </a:lnTo>
                <a:lnTo>
                  <a:pt x="133" y="492"/>
                </a:lnTo>
                <a:lnTo>
                  <a:pt x="140" y="501"/>
                </a:lnTo>
                <a:lnTo>
                  <a:pt x="140" y="501"/>
                </a:lnTo>
                <a:lnTo>
                  <a:pt x="149" y="508"/>
                </a:lnTo>
                <a:lnTo>
                  <a:pt x="160" y="514"/>
                </a:lnTo>
                <a:lnTo>
                  <a:pt x="171" y="517"/>
                </a:lnTo>
                <a:lnTo>
                  <a:pt x="183" y="519"/>
                </a:lnTo>
                <a:lnTo>
                  <a:pt x="183" y="519"/>
                </a:lnTo>
                <a:lnTo>
                  <a:pt x="184" y="530"/>
                </a:lnTo>
                <a:lnTo>
                  <a:pt x="187" y="542"/>
                </a:lnTo>
                <a:lnTo>
                  <a:pt x="193" y="552"/>
                </a:lnTo>
                <a:lnTo>
                  <a:pt x="200" y="562"/>
                </a:lnTo>
                <a:lnTo>
                  <a:pt x="200" y="562"/>
                </a:lnTo>
                <a:lnTo>
                  <a:pt x="210" y="568"/>
                </a:lnTo>
                <a:lnTo>
                  <a:pt x="220" y="575"/>
                </a:lnTo>
                <a:lnTo>
                  <a:pt x="230" y="577"/>
                </a:lnTo>
                <a:lnTo>
                  <a:pt x="242" y="578"/>
                </a:lnTo>
                <a:lnTo>
                  <a:pt x="242" y="578"/>
                </a:lnTo>
                <a:lnTo>
                  <a:pt x="243" y="590"/>
                </a:lnTo>
                <a:lnTo>
                  <a:pt x="247" y="602"/>
                </a:lnTo>
                <a:lnTo>
                  <a:pt x="252" y="612"/>
                </a:lnTo>
                <a:lnTo>
                  <a:pt x="260" y="621"/>
                </a:lnTo>
                <a:lnTo>
                  <a:pt x="260" y="621"/>
                </a:lnTo>
                <a:lnTo>
                  <a:pt x="269" y="629"/>
                </a:lnTo>
                <a:lnTo>
                  <a:pt x="279" y="634"/>
                </a:lnTo>
                <a:lnTo>
                  <a:pt x="290" y="637"/>
                </a:lnTo>
                <a:lnTo>
                  <a:pt x="303" y="638"/>
                </a:lnTo>
                <a:lnTo>
                  <a:pt x="303" y="638"/>
                </a:lnTo>
                <a:lnTo>
                  <a:pt x="303" y="651"/>
                </a:lnTo>
                <a:lnTo>
                  <a:pt x="306" y="661"/>
                </a:lnTo>
                <a:lnTo>
                  <a:pt x="312" y="672"/>
                </a:lnTo>
                <a:lnTo>
                  <a:pt x="319" y="681"/>
                </a:lnTo>
                <a:lnTo>
                  <a:pt x="319" y="681"/>
                </a:lnTo>
                <a:lnTo>
                  <a:pt x="328" y="689"/>
                </a:lnTo>
                <a:lnTo>
                  <a:pt x="339" y="694"/>
                </a:lnTo>
                <a:lnTo>
                  <a:pt x="350" y="698"/>
                </a:lnTo>
                <a:lnTo>
                  <a:pt x="361" y="699"/>
                </a:lnTo>
                <a:lnTo>
                  <a:pt x="372" y="698"/>
                </a:lnTo>
                <a:lnTo>
                  <a:pt x="384" y="694"/>
                </a:lnTo>
                <a:lnTo>
                  <a:pt x="394" y="689"/>
                </a:lnTo>
                <a:lnTo>
                  <a:pt x="403" y="681"/>
                </a:lnTo>
                <a:lnTo>
                  <a:pt x="409" y="676"/>
                </a:lnTo>
                <a:lnTo>
                  <a:pt x="415" y="681"/>
                </a:lnTo>
                <a:lnTo>
                  <a:pt x="415" y="681"/>
                </a:lnTo>
                <a:lnTo>
                  <a:pt x="424" y="689"/>
                </a:lnTo>
                <a:lnTo>
                  <a:pt x="434" y="694"/>
                </a:lnTo>
                <a:lnTo>
                  <a:pt x="446" y="698"/>
                </a:lnTo>
                <a:lnTo>
                  <a:pt x="457" y="699"/>
                </a:lnTo>
                <a:lnTo>
                  <a:pt x="467" y="698"/>
                </a:lnTo>
                <a:lnTo>
                  <a:pt x="479" y="694"/>
                </a:lnTo>
                <a:lnTo>
                  <a:pt x="489" y="689"/>
                </a:lnTo>
                <a:lnTo>
                  <a:pt x="498" y="681"/>
                </a:lnTo>
                <a:lnTo>
                  <a:pt x="498" y="681"/>
                </a:lnTo>
                <a:lnTo>
                  <a:pt x="506" y="672"/>
                </a:lnTo>
                <a:lnTo>
                  <a:pt x="511" y="661"/>
                </a:lnTo>
                <a:lnTo>
                  <a:pt x="515" y="651"/>
                </a:lnTo>
                <a:lnTo>
                  <a:pt x="515" y="638"/>
                </a:lnTo>
                <a:lnTo>
                  <a:pt x="515" y="638"/>
                </a:lnTo>
                <a:lnTo>
                  <a:pt x="528" y="638"/>
                </a:lnTo>
                <a:lnTo>
                  <a:pt x="538" y="634"/>
                </a:lnTo>
                <a:lnTo>
                  <a:pt x="549" y="629"/>
                </a:lnTo>
                <a:lnTo>
                  <a:pt x="558" y="621"/>
                </a:lnTo>
                <a:lnTo>
                  <a:pt x="558" y="621"/>
                </a:lnTo>
                <a:lnTo>
                  <a:pt x="565" y="612"/>
                </a:lnTo>
                <a:lnTo>
                  <a:pt x="572" y="602"/>
                </a:lnTo>
                <a:lnTo>
                  <a:pt x="574" y="590"/>
                </a:lnTo>
                <a:lnTo>
                  <a:pt x="576" y="578"/>
                </a:lnTo>
                <a:lnTo>
                  <a:pt x="576" y="578"/>
                </a:lnTo>
                <a:lnTo>
                  <a:pt x="587" y="577"/>
                </a:lnTo>
                <a:lnTo>
                  <a:pt x="599" y="575"/>
                </a:lnTo>
                <a:lnTo>
                  <a:pt x="609" y="568"/>
                </a:lnTo>
                <a:lnTo>
                  <a:pt x="618" y="562"/>
                </a:lnTo>
                <a:lnTo>
                  <a:pt x="618" y="562"/>
                </a:lnTo>
                <a:lnTo>
                  <a:pt x="626" y="552"/>
                </a:lnTo>
                <a:lnTo>
                  <a:pt x="631" y="542"/>
                </a:lnTo>
                <a:lnTo>
                  <a:pt x="634" y="530"/>
                </a:lnTo>
                <a:lnTo>
                  <a:pt x="635" y="519"/>
                </a:lnTo>
                <a:lnTo>
                  <a:pt x="635" y="519"/>
                </a:lnTo>
                <a:lnTo>
                  <a:pt x="646" y="517"/>
                </a:lnTo>
                <a:lnTo>
                  <a:pt x="658" y="514"/>
                </a:lnTo>
                <a:lnTo>
                  <a:pt x="668" y="508"/>
                </a:lnTo>
                <a:lnTo>
                  <a:pt x="677" y="501"/>
                </a:lnTo>
                <a:lnTo>
                  <a:pt x="677" y="501"/>
                </a:lnTo>
                <a:lnTo>
                  <a:pt x="685" y="492"/>
                </a:lnTo>
                <a:lnTo>
                  <a:pt x="690" y="481"/>
                </a:lnTo>
                <a:lnTo>
                  <a:pt x="694" y="471"/>
                </a:lnTo>
                <a:lnTo>
                  <a:pt x="695" y="459"/>
                </a:lnTo>
                <a:lnTo>
                  <a:pt x="694" y="447"/>
                </a:lnTo>
                <a:lnTo>
                  <a:pt x="690" y="437"/>
                </a:lnTo>
                <a:lnTo>
                  <a:pt x="685" y="427"/>
                </a:lnTo>
                <a:lnTo>
                  <a:pt x="677" y="416"/>
                </a:lnTo>
                <a:lnTo>
                  <a:pt x="671" y="411"/>
                </a:lnTo>
                <a:lnTo>
                  <a:pt x="671" y="411"/>
                </a:lnTo>
                <a:lnTo>
                  <a:pt x="860" y="222"/>
                </a:lnTo>
                <a:lnTo>
                  <a:pt x="860" y="222"/>
                </a:lnTo>
                <a:lnTo>
                  <a:pt x="863" y="215"/>
                </a:lnTo>
                <a:lnTo>
                  <a:pt x="864" y="210"/>
                </a:lnTo>
                <a:lnTo>
                  <a:pt x="863" y="204"/>
                </a:lnTo>
                <a:lnTo>
                  <a:pt x="860" y="197"/>
                </a:lnTo>
                <a:lnTo>
                  <a:pt x="860" y="197"/>
                </a:lnTo>
                <a:close/>
                <a:moveTo>
                  <a:pt x="41" y="257"/>
                </a:moveTo>
                <a:lnTo>
                  <a:pt x="233" y="64"/>
                </a:lnTo>
                <a:lnTo>
                  <a:pt x="299" y="128"/>
                </a:lnTo>
                <a:lnTo>
                  <a:pt x="106" y="323"/>
                </a:lnTo>
                <a:lnTo>
                  <a:pt x="41" y="257"/>
                </a:lnTo>
                <a:close/>
                <a:moveTo>
                  <a:pt x="165" y="477"/>
                </a:moveTo>
                <a:lnTo>
                  <a:pt x="165" y="477"/>
                </a:lnTo>
                <a:lnTo>
                  <a:pt x="161" y="473"/>
                </a:lnTo>
                <a:lnTo>
                  <a:pt x="158" y="468"/>
                </a:lnTo>
                <a:lnTo>
                  <a:pt x="157" y="464"/>
                </a:lnTo>
                <a:lnTo>
                  <a:pt x="157" y="459"/>
                </a:lnTo>
                <a:lnTo>
                  <a:pt x="157" y="454"/>
                </a:lnTo>
                <a:lnTo>
                  <a:pt x="158" y="449"/>
                </a:lnTo>
                <a:lnTo>
                  <a:pt x="161" y="445"/>
                </a:lnTo>
                <a:lnTo>
                  <a:pt x="165" y="441"/>
                </a:lnTo>
                <a:lnTo>
                  <a:pt x="224" y="381"/>
                </a:lnTo>
                <a:lnTo>
                  <a:pt x="224" y="381"/>
                </a:lnTo>
                <a:lnTo>
                  <a:pt x="228" y="377"/>
                </a:lnTo>
                <a:lnTo>
                  <a:pt x="232" y="375"/>
                </a:lnTo>
                <a:lnTo>
                  <a:pt x="237" y="373"/>
                </a:lnTo>
                <a:lnTo>
                  <a:pt x="242" y="373"/>
                </a:lnTo>
                <a:lnTo>
                  <a:pt x="247" y="373"/>
                </a:lnTo>
                <a:lnTo>
                  <a:pt x="251" y="375"/>
                </a:lnTo>
                <a:lnTo>
                  <a:pt x="256" y="377"/>
                </a:lnTo>
                <a:lnTo>
                  <a:pt x="260" y="381"/>
                </a:lnTo>
                <a:lnTo>
                  <a:pt x="260" y="381"/>
                </a:lnTo>
                <a:lnTo>
                  <a:pt x="263" y="385"/>
                </a:lnTo>
                <a:lnTo>
                  <a:pt x="265" y="389"/>
                </a:lnTo>
                <a:lnTo>
                  <a:pt x="267" y="394"/>
                </a:lnTo>
                <a:lnTo>
                  <a:pt x="267" y="399"/>
                </a:lnTo>
                <a:lnTo>
                  <a:pt x="267" y="403"/>
                </a:lnTo>
                <a:lnTo>
                  <a:pt x="265" y="409"/>
                </a:lnTo>
                <a:lnTo>
                  <a:pt x="263" y="412"/>
                </a:lnTo>
                <a:lnTo>
                  <a:pt x="260" y="416"/>
                </a:lnTo>
                <a:lnTo>
                  <a:pt x="200" y="477"/>
                </a:lnTo>
                <a:lnTo>
                  <a:pt x="200" y="477"/>
                </a:lnTo>
                <a:lnTo>
                  <a:pt x="196" y="480"/>
                </a:lnTo>
                <a:lnTo>
                  <a:pt x="192" y="482"/>
                </a:lnTo>
                <a:lnTo>
                  <a:pt x="187" y="484"/>
                </a:lnTo>
                <a:lnTo>
                  <a:pt x="182" y="484"/>
                </a:lnTo>
                <a:lnTo>
                  <a:pt x="178" y="484"/>
                </a:lnTo>
                <a:lnTo>
                  <a:pt x="173" y="482"/>
                </a:lnTo>
                <a:lnTo>
                  <a:pt x="169" y="480"/>
                </a:lnTo>
                <a:lnTo>
                  <a:pt x="165" y="477"/>
                </a:lnTo>
                <a:lnTo>
                  <a:pt x="165" y="477"/>
                </a:lnTo>
                <a:close/>
                <a:moveTo>
                  <a:pt x="224" y="537"/>
                </a:moveTo>
                <a:lnTo>
                  <a:pt x="224" y="537"/>
                </a:lnTo>
                <a:lnTo>
                  <a:pt x="220" y="533"/>
                </a:lnTo>
                <a:lnTo>
                  <a:pt x="219" y="529"/>
                </a:lnTo>
                <a:lnTo>
                  <a:pt x="216" y="524"/>
                </a:lnTo>
                <a:lnTo>
                  <a:pt x="216" y="519"/>
                </a:lnTo>
                <a:lnTo>
                  <a:pt x="216" y="514"/>
                </a:lnTo>
                <a:lnTo>
                  <a:pt x="219" y="510"/>
                </a:lnTo>
                <a:lnTo>
                  <a:pt x="220" y="504"/>
                </a:lnTo>
                <a:lnTo>
                  <a:pt x="224" y="501"/>
                </a:lnTo>
                <a:lnTo>
                  <a:pt x="283" y="441"/>
                </a:lnTo>
                <a:lnTo>
                  <a:pt x="283" y="441"/>
                </a:lnTo>
                <a:lnTo>
                  <a:pt x="287" y="437"/>
                </a:lnTo>
                <a:lnTo>
                  <a:pt x="292" y="436"/>
                </a:lnTo>
                <a:lnTo>
                  <a:pt x="296" y="434"/>
                </a:lnTo>
                <a:lnTo>
                  <a:pt x="301" y="433"/>
                </a:lnTo>
                <a:lnTo>
                  <a:pt x="306" y="434"/>
                </a:lnTo>
                <a:lnTo>
                  <a:pt x="312" y="436"/>
                </a:lnTo>
                <a:lnTo>
                  <a:pt x="315" y="437"/>
                </a:lnTo>
                <a:lnTo>
                  <a:pt x="319" y="441"/>
                </a:lnTo>
                <a:lnTo>
                  <a:pt x="319" y="441"/>
                </a:lnTo>
                <a:lnTo>
                  <a:pt x="323" y="445"/>
                </a:lnTo>
                <a:lnTo>
                  <a:pt x="324" y="449"/>
                </a:lnTo>
                <a:lnTo>
                  <a:pt x="326" y="454"/>
                </a:lnTo>
                <a:lnTo>
                  <a:pt x="327" y="459"/>
                </a:lnTo>
                <a:lnTo>
                  <a:pt x="326" y="464"/>
                </a:lnTo>
                <a:lnTo>
                  <a:pt x="324" y="468"/>
                </a:lnTo>
                <a:lnTo>
                  <a:pt x="323" y="473"/>
                </a:lnTo>
                <a:lnTo>
                  <a:pt x="319" y="477"/>
                </a:lnTo>
                <a:lnTo>
                  <a:pt x="319" y="477"/>
                </a:lnTo>
                <a:lnTo>
                  <a:pt x="319" y="477"/>
                </a:lnTo>
                <a:lnTo>
                  <a:pt x="260" y="537"/>
                </a:lnTo>
                <a:lnTo>
                  <a:pt x="260" y="537"/>
                </a:lnTo>
                <a:lnTo>
                  <a:pt x="256" y="541"/>
                </a:lnTo>
                <a:lnTo>
                  <a:pt x="251" y="542"/>
                </a:lnTo>
                <a:lnTo>
                  <a:pt x="247" y="543"/>
                </a:lnTo>
                <a:lnTo>
                  <a:pt x="242" y="545"/>
                </a:lnTo>
                <a:lnTo>
                  <a:pt x="237" y="543"/>
                </a:lnTo>
                <a:lnTo>
                  <a:pt x="232" y="542"/>
                </a:lnTo>
                <a:lnTo>
                  <a:pt x="228" y="541"/>
                </a:lnTo>
                <a:lnTo>
                  <a:pt x="224" y="537"/>
                </a:lnTo>
                <a:lnTo>
                  <a:pt x="224" y="537"/>
                </a:lnTo>
                <a:close/>
                <a:moveTo>
                  <a:pt x="283" y="597"/>
                </a:moveTo>
                <a:lnTo>
                  <a:pt x="283" y="597"/>
                </a:lnTo>
                <a:lnTo>
                  <a:pt x="281" y="593"/>
                </a:lnTo>
                <a:lnTo>
                  <a:pt x="278" y="589"/>
                </a:lnTo>
                <a:lnTo>
                  <a:pt x="277" y="584"/>
                </a:lnTo>
                <a:lnTo>
                  <a:pt x="276" y="580"/>
                </a:lnTo>
                <a:lnTo>
                  <a:pt x="277" y="575"/>
                </a:lnTo>
                <a:lnTo>
                  <a:pt x="278" y="569"/>
                </a:lnTo>
                <a:lnTo>
                  <a:pt x="281" y="565"/>
                </a:lnTo>
                <a:lnTo>
                  <a:pt x="283" y="562"/>
                </a:lnTo>
                <a:lnTo>
                  <a:pt x="344" y="501"/>
                </a:lnTo>
                <a:lnTo>
                  <a:pt x="344" y="501"/>
                </a:lnTo>
                <a:lnTo>
                  <a:pt x="348" y="498"/>
                </a:lnTo>
                <a:lnTo>
                  <a:pt x="352" y="495"/>
                </a:lnTo>
                <a:lnTo>
                  <a:pt x="357" y="494"/>
                </a:lnTo>
                <a:lnTo>
                  <a:pt x="361" y="494"/>
                </a:lnTo>
                <a:lnTo>
                  <a:pt x="366" y="494"/>
                </a:lnTo>
                <a:lnTo>
                  <a:pt x="371" y="495"/>
                </a:lnTo>
                <a:lnTo>
                  <a:pt x="375" y="498"/>
                </a:lnTo>
                <a:lnTo>
                  <a:pt x="379" y="501"/>
                </a:lnTo>
                <a:lnTo>
                  <a:pt x="379" y="501"/>
                </a:lnTo>
                <a:lnTo>
                  <a:pt x="382" y="504"/>
                </a:lnTo>
                <a:lnTo>
                  <a:pt x="385" y="510"/>
                </a:lnTo>
                <a:lnTo>
                  <a:pt x="386" y="514"/>
                </a:lnTo>
                <a:lnTo>
                  <a:pt x="386" y="519"/>
                </a:lnTo>
                <a:lnTo>
                  <a:pt x="386" y="524"/>
                </a:lnTo>
                <a:lnTo>
                  <a:pt x="385" y="529"/>
                </a:lnTo>
                <a:lnTo>
                  <a:pt x="382" y="533"/>
                </a:lnTo>
                <a:lnTo>
                  <a:pt x="379" y="537"/>
                </a:lnTo>
                <a:lnTo>
                  <a:pt x="379" y="537"/>
                </a:lnTo>
                <a:lnTo>
                  <a:pt x="379" y="537"/>
                </a:lnTo>
                <a:lnTo>
                  <a:pt x="319" y="597"/>
                </a:lnTo>
                <a:lnTo>
                  <a:pt x="319" y="597"/>
                </a:lnTo>
                <a:lnTo>
                  <a:pt x="315" y="600"/>
                </a:lnTo>
                <a:lnTo>
                  <a:pt x="312" y="603"/>
                </a:lnTo>
                <a:lnTo>
                  <a:pt x="306" y="604"/>
                </a:lnTo>
                <a:lnTo>
                  <a:pt x="301" y="604"/>
                </a:lnTo>
                <a:lnTo>
                  <a:pt x="296" y="604"/>
                </a:lnTo>
                <a:lnTo>
                  <a:pt x="292" y="603"/>
                </a:lnTo>
                <a:lnTo>
                  <a:pt x="287" y="600"/>
                </a:lnTo>
                <a:lnTo>
                  <a:pt x="283" y="597"/>
                </a:lnTo>
                <a:lnTo>
                  <a:pt x="283" y="597"/>
                </a:lnTo>
                <a:close/>
                <a:moveTo>
                  <a:pt x="344" y="658"/>
                </a:moveTo>
                <a:lnTo>
                  <a:pt x="344" y="658"/>
                </a:lnTo>
                <a:lnTo>
                  <a:pt x="340" y="654"/>
                </a:lnTo>
                <a:lnTo>
                  <a:pt x="337" y="648"/>
                </a:lnTo>
                <a:lnTo>
                  <a:pt x="336" y="645"/>
                </a:lnTo>
                <a:lnTo>
                  <a:pt x="336" y="639"/>
                </a:lnTo>
                <a:lnTo>
                  <a:pt x="336" y="634"/>
                </a:lnTo>
                <a:lnTo>
                  <a:pt x="337" y="629"/>
                </a:lnTo>
                <a:lnTo>
                  <a:pt x="340" y="625"/>
                </a:lnTo>
                <a:lnTo>
                  <a:pt x="344" y="621"/>
                </a:lnTo>
                <a:lnTo>
                  <a:pt x="403" y="562"/>
                </a:lnTo>
                <a:lnTo>
                  <a:pt x="403" y="562"/>
                </a:lnTo>
                <a:lnTo>
                  <a:pt x="407" y="558"/>
                </a:lnTo>
                <a:lnTo>
                  <a:pt x="411" y="555"/>
                </a:lnTo>
                <a:lnTo>
                  <a:pt x="416" y="554"/>
                </a:lnTo>
                <a:lnTo>
                  <a:pt x="421" y="554"/>
                </a:lnTo>
                <a:lnTo>
                  <a:pt x="426" y="554"/>
                </a:lnTo>
                <a:lnTo>
                  <a:pt x="430" y="555"/>
                </a:lnTo>
                <a:lnTo>
                  <a:pt x="435" y="558"/>
                </a:lnTo>
                <a:lnTo>
                  <a:pt x="439" y="562"/>
                </a:lnTo>
                <a:lnTo>
                  <a:pt x="439" y="562"/>
                </a:lnTo>
                <a:lnTo>
                  <a:pt x="442" y="565"/>
                </a:lnTo>
                <a:lnTo>
                  <a:pt x="444" y="569"/>
                </a:lnTo>
                <a:lnTo>
                  <a:pt x="446" y="575"/>
                </a:lnTo>
                <a:lnTo>
                  <a:pt x="446" y="580"/>
                </a:lnTo>
                <a:lnTo>
                  <a:pt x="446" y="584"/>
                </a:lnTo>
                <a:lnTo>
                  <a:pt x="444" y="589"/>
                </a:lnTo>
                <a:lnTo>
                  <a:pt x="442" y="593"/>
                </a:lnTo>
                <a:lnTo>
                  <a:pt x="439" y="597"/>
                </a:lnTo>
                <a:lnTo>
                  <a:pt x="379" y="658"/>
                </a:lnTo>
                <a:lnTo>
                  <a:pt x="379" y="658"/>
                </a:lnTo>
                <a:lnTo>
                  <a:pt x="375" y="660"/>
                </a:lnTo>
                <a:lnTo>
                  <a:pt x="371" y="663"/>
                </a:lnTo>
                <a:lnTo>
                  <a:pt x="366" y="664"/>
                </a:lnTo>
                <a:lnTo>
                  <a:pt x="361" y="664"/>
                </a:lnTo>
                <a:lnTo>
                  <a:pt x="357" y="664"/>
                </a:lnTo>
                <a:lnTo>
                  <a:pt x="352" y="663"/>
                </a:lnTo>
                <a:lnTo>
                  <a:pt x="348" y="660"/>
                </a:lnTo>
                <a:lnTo>
                  <a:pt x="344" y="658"/>
                </a:lnTo>
                <a:lnTo>
                  <a:pt x="344" y="658"/>
                </a:lnTo>
                <a:close/>
                <a:moveTo>
                  <a:pt x="475" y="658"/>
                </a:moveTo>
                <a:lnTo>
                  <a:pt x="475" y="658"/>
                </a:lnTo>
                <a:lnTo>
                  <a:pt x="470" y="660"/>
                </a:lnTo>
                <a:lnTo>
                  <a:pt x="466" y="663"/>
                </a:lnTo>
                <a:lnTo>
                  <a:pt x="461" y="664"/>
                </a:lnTo>
                <a:lnTo>
                  <a:pt x="457" y="665"/>
                </a:lnTo>
                <a:lnTo>
                  <a:pt x="452" y="664"/>
                </a:lnTo>
                <a:lnTo>
                  <a:pt x="447" y="663"/>
                </a:lnTo>
                <a:lnTo>
                  <a:pt x="443" y="660"/>
                </a:lnTo>
                <a:lnTo>
                  <a:pt x="439" y="658"/>
                </a:lnTo>
                <a:lnTo>
                  <a:pt x="433" y="651"/>
                </a:lnTo>
                <a:lnTo>
                  <a:pt x="462" y="621"/>
                </a:lnTo>
                <a:lnTo>
                  <a:pt x="462" y="621"/>
                </a:lnTo>
                <a:lnTo>
                  <a:pt x="469" y="615"/>
                </a:lnTo>
                <a:lnTo>
                  <a:pt x="474" y="621"/>
                </a:lnTo>
                <a:lnTo>
                  <a:pt x="474" y="621"/>
                </a:lnTo>
                <a:lnTo>
                  <a:pt x="475" y="621"/>
                </a:lnTo>
                <a:lnTo>
                  <a:pt x="475" y="621"/>
                </a:lnTo>
                <a:lnTo>
                  <a:pt x="475" y="621"/>
                </a:lnTo>
                <a:lnTo>
                  <a:pt x="478" y="625"/>
                </a:lnTo>
                <a:lnTo>
                  <a:pt x="480" y="629"/>
                </a:lnTo>
                <a:lnTo>
                  <a:pt x="482" y="634"/>
                </a:lnTo>
                <a:lnTo>
                  <a:pt x="482" y="639"/>
                </a:lnTo>
                <a:lnTo>
                  <a:pt x="482" y="645"/>
                </a:lnTo>
                <a:lnTo>
                  <a:pt x="480" y="648"/>
                </a:lnTo>
                <a:lnTo>
                  <a:pt x="478" y="654"/>
                </a:lnTo>
                <a:lnTo>
                  <a:pt x="475" y="658"/>
                </a:lnTo>
                <a:lnTo>
                  <a:pt x="475" y="658"/>
                </a:lnTo>
                <a:close/>
                <a:moveTo>
                  <a:pt x="654" y="477"/>
                </a:moveTo>
                <a:lnTo>
                  <a:pt x="654" y="477"/>
                </a:lnTo>
                <a:lnTo>
                  <a:pt x="649" y="480"/>
                </a:lnTo>
                <a:lnTo>
                  <a:pt x="645" y="482"/>
                </a:lnTo>
                <a:lnTo>
                  <a:pt x="640" y="484"/>
                </a:lnTo>
                <a:lnTo>
                  <a:pt x="636" y="484"/>
                </a:lnTo>
                <a:lnTo>
                  <a:pt x="631" y="484"/>
                </a:lnTo>
                <a:lnTo>
                  <a:pt x="626" y="482"/>
                </a:lnTo>
                <a:lnTo>
                  <a:pt x="622" y="480"/>
                </a:lnTo>
                <a:lnTo>
                  <a:pt x="618" y="477"/>
                </a:lnTo>
                <a:lnTo>
                  <a:pt x="540" y="398"/>
                </a:lnTo>
                <a:lnTo>
                  <a:pt x="540" y="398"/>
                </a:lnTo>
                <a:lnTo>
                  <a:pt x="534" y="396"/>
                </a:lnTo>
                <a:lnTo>
                  <a:pt x="528" y="394"/>
                </a:lnTo>
                <a:lnTo>
                  <a:pt x="521" y="396"/>
                </a:lnTo>
                <a:lnTo>
                  <a:pt x="516" y="398"/>
                </a:lnTo>
                <a:lnTo>
                  <a:pt x="516" y="398"/>
                </a:lnTo>
                <a:lnTo>
                  <a:pt x="512" y="405"/>
                </a:lnTo>
                <a:lnTo>
                  <a:pt x="511" y="411"/>
                </a:lnTo>
                <a:lnTo>
                  <a:pt x="512" y="418"/>
                </a:lnTo>
                <a:lnTo>
                  <a:pt x="516" y="423"/>
                </a:lnTo>
                <a:lnTo>
                  <a:pt x="594" y="501"/>
                </a:lnTo>
                <a:lnTo>
                  <a:pt x="594" y="501"/>
                </a:lnTo>
                <a:lnTo>
                  <a:pt x="597" y="504"/>
                </a:lnTo>
                <a:lnTo>
                  <a:pt x="600" y="510"/>
                </a:lnTo>
                <a:lnTo>
                  <a:pt x="601" y="514"/>
                </a:lnTo>
                <a:lnTo>
                  <a:pt x="601" y="519"/>
                </a:lnTo>
                <a:lnTo>
                  <a:pt x="601" y="524"/>
                </a:lnTo>
                <a:lnTo>
                  <a:pt x="600" y="529"/>
                </a:lnTo>
                <a:lnTo>
                  <a:pt x="597" y="533"/>
                </a:lnTo>
                <a:lnTo>
                  <a:pt x="594" y="537"/>
                </a:lnTo>
                <a:lnTo>
                  <a:pt x="594" y="537"/>
                </a:lnTo>
                <a:lnTo>
                  <a:pt x="590" y="541"/>
                </a:lnTo>
                <a:lnTo>
                  <a:pt x="586" y="542"/>
                </a:lnTo>
                <a:lnTo>
                  <a:pt x="581" y="543"/>
                </a:lnTo>
                <a:lnTo>
                  <a:pt x="576" y="545"/>
                </a:lnTo>
                <a:lnTo>
                  <a:pt x="572" y="543"/>
                </a:lnTo>
                <a:lnTo>
                  <a:pt x="567" y="542"/>
                </a:lnTo>
                <a:lnTo>
                  <a:pt x="561" y="541"/>
                </a:lnTo>
                <a:lnTo>
                  <a:pt x="558" y="537"/>
                </a:lnTo>
                <a:lnTo>
                  <a:pt x="480" y="459"/>
                </a:lnTo>
                <a:lnTo>
                  <a:pt x="480" y="459"/>
                </a:lnTo>
                <a:lnTo>
                  <a:pt x="475" y="455"/>
                </a:lnTo>
                <a:lnTo>
                  <a:pt x="469" y="454"/>
                </a:lnTo>
                <a:lnTo>
                  <a:pt x="462" y="455"/>
                </a:lnTo>
                <a:lnTo>
                  <a:pt x="457" y="459"/>
                </a:lnTo>
                <a:lnTo>
                  <a:pt x="457" y="459"/>
                </a:lnTo>
                <a:lnTo>
                  <a:pt x="453" y="464"/>
                </a:lnTo>
                <a:lnTo>
                  <a:pt x="452" y="471"/>
                </a:lnTo>
                <a:lnTo>
                  <a:pt x="453" y="477"/>
                </a:lnTo>
                <a:lnTo>
                  <a:pt x="457" y="482"/>
                </a:lnTo>
                <a:lnTo>
                  <a:pt x="534" y="562"/>
                </a:lnTo>
                <a:lnTo>
                  <a:pt x="534" y="562"/>
                </a:lnTo>
                <a:lnTo>
                  <a:pt x="537" y="565"/>
                </a:lnTo>
                <a:lnTo>
                  <a:pt x="540" y="569"/>
                </a:lnTo>
                <a:lnTo>
                  <a:pt x="541" y="575"/>
                </a:lnTo>
                <a:lnTo>
                  <a:pt x="542" y="580"/>
                </a:lnTo>
                <a:lnTo>
                  <a:pt x="541" y="584"/>
                </a:lnTo>
                <a:lnTo>
                  <a:pt x="540" y="589"/>
                </a:lnTo>
                <a:lnTo>
                  <a:pt x="537" y="593"/>
                </a:lnTo>
                <a:lnTo>
                  <a:pt x="534" y="597"/>
                </a:lnTo>
                <a:lnTo>
                  <a:pt x="534" y="597"/>
                </a:lnTo>
                <a:lnTo>
                  <a:pt x="531" y="600"/>
                </a:lnTo>
                <a:lnTo>
                  <a:pt x="525" y="603"/>
                </a:lnTo>
                <a:lnTo>
                  <a:pt x="521" y="604"/>
                </a:lnTo>
                <a:lnTo>
                  <a:pt x="516" y="604"/>
                </a:lnTo>
                <a:lnTo>
                  <a:pt x="516" y="604"/>
                </a:lnTo>
                <a:lnTo>
                  <a:pt x="511" y="604"/>
                </a:lnTo>
                <a:lnTo>
                  <a:pt x="506" y="602"/>
                </a:lnTo>
                <a:lnTo>
                  <a:pt x="502" y="600"/>
                </a:lnTo>
                <a:lnTo>
                  <a:pt x="498" y="597"/>
                </a:lnTo>
                <a:lnTo>
                  <a:pt x="489" y="589"/>
                </a:lnTo>
                <a:lnTo>
                  <a:pt x="480" y="578"/>
                </a:lnTo>
                <a:lnTo>
                  <a:pt x="480" y="578"/>
                </a:lnTo>
                <a:lnTo>
                  <a:pt x="479" y="567"/>
                </a:lnTo>
                <a:lnTo>
                  <a:pt x="475" y="556"/>
                </a:lnTo>
                <a:lnTo>
                  <a:pt x="470" y="546"/>
                </a:lnTo>
                <a:lnTo>
                  <a:pt x="462" y="537"/>
                </a:lnTo>
                <a:lnTo>
                  <a:pt x="462" y="537"/>
                </a:lnTo>
                <a:lnTo>
                  <a:pt x="453" y="529"/>
                </a:lnTo>
                <a:lnTo>
                  <a:pt x="443" y="524"/>
                </a:lnTo>
                <a:lnTo>
                  <a:pt x="433" y="520"/>
                </a:lnTo>
                <a:lnTo>
                  <a:pt x="420" y="520"/>
                </a:lnTo>
                <a:lnTo>
                  <a:pt x="420" y="520"/>
                </a:lnTo>
                <a:lnTo>
                  <a:pt x="420" y="507"/>
                </a:lnTo>
                <a:lnTo>
                  <a:pt x="416" y="497"/>
                </a:lnTo>
                <a:lnTo>
                  <a:pt x="411" y="486"/>
                </a:lnTo>
                <a:lnTo>
                  <a:pt x="403" y="477"/>
                </a:lnTo>
                <a:lnTo>
                  <a:pt x="403" y="477"/>
                </a:lnTo>
                <a:lnTo>
                  <a:pt x="394" y="469"/>
                </a:lnTo>
                <a:lnTo>
                  <a:pt x="384" y="464"/>
                </a:lnTo>
                <a:lnTo>
                  <a:pt x="372" y="460"/>
                </a:lnTo>
                <a:lnTo>
                  <a:pt x="361" y="459"/>
                </a:lnTo>
                <a:lnTo>
                  <a:pt x="361" y="459"/>
                </a:lnTo>
                <a:lnTo>
                  <a:pt x="359" y="447"/>
                </a:lnTo>
                <a:lnTo>
                  <a:pt x="355" y="436"/>
                </a:lnTo>
                <a:lnTo>
                  <a:pt x="350" y="425"/>
                </a:lnTo>
                <a:lnTo>
                  <a:pt x="344" y="416"/>
                </a:lnTo>
                <a:lnTo>
                  <a:pt x="335" y="410"/>
                </a:lnTo>
                <a:lnTo>
                  <a:pt x="324" y="403"/>
                </a:lnTo>
                <a:lnTo>
                  <a:pt x="313" y="401"/>
                </a:lnTo>
                <a:lnTo>
                  <a:pt x="301" y="399"/>
                </a:lnTo>
                <a:lnTo>
                  <a:pt x="301" y="399"/>
                </a:lnTo>
                <a:lnTo>
                  <a:pt x="300" y="388"/>
                </a:lnTo>
                <a:lnTo>
                  <a:pt x="296" y="376"/>
                </a:lnTo>
                <a:lnTo>
                  <a:pt x="291" y="366"/>
                </a:lnTo>
                <a:lnTo>
                  <a:pt x="283" y="357"/>
                </a:lnTo>
                <a:lnTo>
                  <a:pt x="283" y="357"/>
                </a:lnTo>
                <a:lnTo>
                  <a:pt x="274" y="349"/>
                </a:lnTo>
                <a:lnTo>
                  <a:pt x="264" y="344"/>
                </a:lnTo>
                <a:lnTo>
                  <a:pt x="254" y="340"/>
                </a:lnTo>
                <a:lnTo>
                  <a:pt x="242" y="340"/>
                </a:lnTo>
                <a:lnTo>
                  <a:pt x="230" y="340"/>
                </a:lnTo>
                <a:lnTo>
                  <a:pt x="220" y="344"/>
                </a:lnTo>
                <a:lnTo>
                  <a:pt x="210" y="349"/>
                </a:lnTo>
                <a:lnTo>
                  <a:pt x="200" y="357"/>
                </a:lnTo>
                <a:lnTo>
                  <a:pt x="170" y="386"/>
                </a:lnTo>
                <a:lnTo>
                  <a:pt x="130" y="346"/>
                </a:lnTo>
                <a:lnTo>
                  <a:pt x="328" y="147"/>
                </a:lnTo>
                <a:lnTo>
                  <a:pt x="328" y="147"/>
                </a:lnTo>
                <a:lnTo>
                  <a:pt x="345" y="149"/>
                </a:lnTo>
                <a:lnTo>
                  <a:pt x="361" y="154"/>
                </a:lnTo>
                <a:lnTo>
                  <a:pt x="373" y="161"/>
                </a:lnTo>
                <a:lnTo>
                  <a:pt x="385" y="170"/>
                </a:lnTo>
                <a:lnTo>
                  <a:pt x="337" y="218"/>
                </a:lnTo>
                <a:lnTo>
                  <a:pt x="337" y="218"/>
                </a:lnTo>
                <a:lnTo>
                  <a:pt x="328" y="230"/>
                </a:lnTo>
                <a:lnTo>
                  <a:pt x="322" y="241"/>
                </a:lnTo>
                <a:lnTo>
                  <a:pt x="319" y="254"/>
                </a:lnTo>
                <a:lnTo>
                  <a:pt x="318" y="267"/>
                </a:lnTo>
                <a:lnTo>
                  <a:pt x="319" y="280"/>
                </a:lnTo>
                <a:lnTo>
                  <a:pt x="322" y="292"/>
                </a:lnTo>
                <a:lnTo>
                  <a:pt x="328" y="303"/>
                </a:lnTo>
                <a:lnTo>
                  <a:pt x="337" y="315"/>
                </a:lnTo>
                <a:lnTo>
                  <a:pt x="337" y="315"/>
                </a:lnTo>
                <a:lnTo>
                  <a:pt x="348" y="323"/>
                </a:lnTo>
                <a:lnTo>
                  <a:pt x="359" y="329"/>
                </a:lnTo>
                <a:lnTo>
                  <a:pt x="372" y="333"/>
                </a:lnTo>
                <a:lnTo>
                  <a:pt x="385" y="335"/>
                </a:lnTo>
                <a:lnTo>
                  <a:pt x="398" y="333"/>
                </a:lnTo>
                <a:lnTo>
                  <a:pt x="411" y="329"/>
                </a:lnTo>
                <a:lnTo>
                  <a:pt x="422" y="323"/>
                </a:lnTo>
                <a:lnTo>
                  <a:pt x="433" y="315"/>
                </a:lnTo>
                <a:lnTo>
                  <a:pt x="480" y="267"/>
                </a:lnTo>
                <a:lnTo>
                  <a:pt x="480" y="267"/>
                </a:lnTo>
                <a:lnTo>
                  <a:pt x="654" y="441"/>
                </a:lnTo>
                <a:lnTo>
                  <a:pt x="654" y="441"/>
                </a:lnTo>
                <a:lnTo>
                  <a:pt x="657" y="445"/>
                </a:lnTo>
                <a:lnTo>
                  <a:pt x="659" y="449"/>
                </a:lnTo>
                <a:lnTo>
                  <a:pt x="661" y="454"/>
                </a:lnTo>
                <a:lnTo>
                  <a:pt x="661" y="459"/>
                </a:lnTo>
                <a:lnTo>
                  <a:pt x="661" y="464"/>
                </a:lnTo>
                <a:lnTo>
                  <a:pt x="659" y="468"/>
                </a:lnTo>
                <a:lnTo>
                  <a:pt x="657" y="473"/>
                </a:lnTo>
                <a:lnTo>
                  <a:pt x="654" y="477"/>
                </a:lnTo>
                <a:lnTo>
                  <a:pt x="654" y="477"/>
                </a:lnTo>
                <a:close/>
                <a:moveTo>
                  <a:pt x="648" y="386"/>
                </a:moveTo>
                <a:lnTo>
                  <a:pt x="505" y="243"/>
                </a:lnTo>
                <a:lnTo>
                  <a:pt x="516" y="231"/>
                </a:lnTo>
                <a:lnTo>
                  <a:pt x="516" y="231"/>
                </a:lnTo>
                <a:lnTo>
                  <a:pt x="520" y="224"/>
                </a:lnTo>
                <a:lnTo>
                  <a:pt x="521" y="218"/>
                </a:lnTo>
                <a:lnTo>
                  <a:pt x="520" y="213"/>
                </a:lnTo>
                <a:lnTo>
                  <a:pt x="516" y="206"/>
                </a:lnTo>
                <a:lnTo>
                  <a:pt x="516" y="206"/>
                </a:lnTo>
                <a:lnTo>
                  <a:pt x="511" y="202"/>
                </a:lnTo>
                <a:lnTo>
                  <a:pt x="505" y="201"/>
                </a:lnTo>
                <a:lnTo>
                  <a:pt x="498" y="202"/>
                </a:lnTo>
                <a:lnTo>
                  <a:pt x="492" y="206"/>
                </a:lnTo>
                <a:lnTo>
                  <a:pt x="409" y="290"/>
                </a:lnTo>
                <a:lnTo>
                  <a:pt x="409" y="290"/>
                </a:lnTo>
                <a:lnTo>
                  <a:pt x="403" y="294"/>
                </a:lnTo>
                <a:lnTo>
                  <a:pt x="398" y="298"/>
                </a:lnTo>
                <a:lnTo>
                  <a:pt x="391" y="300"/>
                </a:lnTo>
                <a:lnTo>
                  <a:pt x="385" y="301"/>
                </a:lnTo>
                <a:lnTo>
                  <a:pt x="379" y="300"/>
                </a:lnTo>
                <a:lnTo>
                  <a:pt x="372" y="298"/>
                </a:lnTo>
                <a:lnTo>
                  <a:pt x="367" y="294"/>
                </a:lnTo>
                <a:lnTo>
                  <a:pt x="361" y="290"/>
                </a:lnTo>
                <a:lnTo>
                  <a:pt x="361" y="290"/>
                </a:lnTo>
                <a:lnTo>
                  <a:pt x="357" y="285"/>
                </a:lnTo>
                <a:lnTo>
                  <a:pt x="354" y="279"/>
                </a:lnTo>
                <a:lnTo>
                  <a:pt x="352" y="274"/>
                </a:lnTo>
                <a:lnTo>
                  <a:pt x="352" y="267"/>
                </a:lnTo>
                <a:lnTo>
                  <a:pt x="352" y="261"/>
                </a:lnTo>
                <a:lnTo>
                  <a:pt x="354" y="254"/>
                </a:lnTo>
                <a:lnTo>
                  <a:pt x="357" y="248"/>
                </a:lnTo>
                <a:lnTo>
                  <a:pt x="361" y="243"/>
                </a:lnTo>
                <a:lnTo>
                  <a:pt x="361" y="243"/>
                </a:lnTo>
                <a:lnTo>
                  <a:pt x="430" y="174"/>
                </a:lnTo>
                <a:lnTo>
                  <a:pt x="430" y="174"/>
                </a:lnTo>
                <a:lnTo>
                  <a:pt x="438" y="166"/>
                </a:lnTo>
                <a:lnTo>
                  <a:pt x="446" y="161"/>
                </a:lnTo>
                <a:lnTo>
                  <a:pt x="455" y="156"/>
                </a:lnTo>
                <a:lnTo>
                  <a:pt x="464" y="152"/>
                </a:lnTo>
                <a:lnTo>
                  <a:pt x="473" y="148"/>
                </a:lnTo>
                <a:lnTo>
                  <a:pt x="484" y="147"/>
                </a:lnTo>
                <a:lnTo>
                  <a:pt x="494" y="145"/>
                </a:lnTo>
                <a:lnTo>
                  <a:pt x="507" y="144"/>
                </a:lnTo>
                <a:lnTo>
                  <a:pt x="507" y="144"/>
                </a:lnTo>
                <a:lnTo>
                  <a:pt x="524" y="143"/>
                </a:lnTo>
                <a:lnTo>
                  <a:pt x="541" y="139"/>
                </a:lnTo>
                <a:lnTo>
                  <a:pt x="556" y="132"/>
                </a:lnTo>
                <a:lnTo>
                  <a:pt x="570" y="122"/>
                </a:lnTo>
                <a:lnTo>
                  <a:pt x="739" y="296"/>
                </a:lnTo>
                <a:lnTo>
                  <a:pt x="739" y="296"/>
                </a:lnTo>
                <a:lnTo>
                  <a:pt x="648" y="386"/>
                </a:lnTo>
                <a:lnTo>
                  <a:pt x="648" y="386"/>
                </a:lnTo>
                <a:close/>
                <a:moveTo>
                  <a:pt x="762" y="271"/>
                </a:moveTo>
                <a:lnTo>
                  <a:pt x="595" y="99"/>
                </a:lnTo>
                <a:lnTo>
                  <a:pt x="657" y="41"/>
                </a:lnTo>
                <a:lnTo>
                  <a:pt x="824" y="210"/>
                </a:lnTo>
                <a:lnTo>
                  <a:pt x="762" y="271"/>
                </a:lnTo>
                <a:close/>
                <a:moveTo>
                  <a:pt x="762" y="271"/>
                </a:moveTo>
                <a:lnTo>
                  <a:pt x="762" y="2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6" name="Freeform 57">
            <a:extLst>
              <a:ext uri="{FF2B5EF4-FFF2-40B4-BE49-F238E27FC236}">
                <a16:creationId xmlns:a16="http://schemas.microsoft.com/office/drawing/2014/main" id="{C07F96E3-DBBC-7BA1-BBA3-77AA1E60E176}"/>
              </a:ext>
            </a:extLst>
          </p:cNvPr>
          <p:cNvSpPr>
            <a:spLocks/>
          </p:cNvSpPr>
          <p:nvPr/>
        </p:nvSpPr>
        <p:spPr bwMode="auto">
          <a:xfrm>
            <a:off x="5858811" y="2344153"/>
            <a:ext cx="166509" cy="168445"/>
          </a:xfrm>
          <a:custGeom>
            <a:avLst/>
            <a:gdLst>
              <a:gd name="T0" fmla="*/ 0 w 258"/>
              <a:gd name="T1" fmla="*/ 193 h 259"/>
              <a:gd name="T2" fmla="*/ 192 w 258"/>
              <a:gd name="T3" fmla="*/ 0 h 259"/>
              <a:gd name="T4" fmla="*/ 258 w 258"/>
              <a:gd name="T5" fmla="*/ 64 h 259"/>
              <a:gd name="T6" fmla="*/ 65 w 258"/>
              <a:gd name="T7" fmla="*/ 259 h 259"/>
              <a:gd name="T8" fmla="*/ 0 w 258"/>
              <a:gd name="T9" fmla="*/ 193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8" h="259">
                <a:moveTo>
                  <a:pt x="0" y="193"/>
                </a:moveTo>
                <a:lnTo>
                  <a:pt x="192" y="0"/>
                </a:lnTo>
                <a:lnTo>
                  <a:pt x="258" y="64"/>
                </a:lnTo>
                <a:lnTo>
                  <a:pt x="65" y="259"/>
                </a:lnTo>
                <a:lnTo>
                  <a:pt x="0" y="19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7" name="Freeform 58">
            <a:extLst>
              <a:ext uri="{FF2B5EF4-FFF2-40B4-BE49-F238E27FC236}">
                <a16:creationId xmlns:a16="http://schemas.microsoft.com/office/drawing/2014/main" id="{90B65DE5-9286-2B95-54F2-254EDEB306E0}"/>
              </a:ext>
            </a:extLst>
          </p:cNvPr>
          <p:cNvSpPr>
            <a:spLocks/>
          </p:cNvSpPr>
          <p:nvPr/>
        </p:nvSpPr>
        <p:spPr bwMode="auto">
          <a:xfrm>
            <a:off x="5932385" y="2543575"/>
            <a:ext cx="71638" cy="71638"/>
          </a:xfrm>
          <a:custGeom>
            <a:avLst/>
            <a:gdLst>
              <a:gd name="T0" fmla="*/ 8 w 110"/>
              <a:gd name="T1" fmla="*/ 104 h 111"/>
              <a:gd name="T2" fmla="*/ 8 w 110"/>
              <a:gd name="T3" fmla="*/ 104 h 111"/>
              <a:gd name="T4" fmla="*/ 4 w 110"/>
              <a:gd name="T5" fmla="*/ 100 h 111"/>
              <a:gd name="T6" fmla="*/ 1 w 110"/>
              <a:gd name="T7" fmla="*/ 95 h 111"/>
              <a:gd name="T8" fmla="*/ 0 w 110"/>
              <a:gd name="T9" fmla="*/ 91 h 111"/>
              <a:gd name="T10" fmla="*/ 0 w 110"/>
              <a:gd name="T11" fmla="*/ 86 h 111"/>
              <a:gd name="T12" fmla="*/ 0 w 110"/>
              <a:gd name="T13" fmla="*/ 81 h 111"/>
              <a:gd name="T14" fmla="*/ 1 w 110"/>
              <a:gd name="T15" fmla="*/ 76 h 111"/>
              <a:gd name="T16" fmla="*/ 4 w 110"/>
              <a:gd name="T17" fmla="*/ 72 h 111"/>
              <a:gd name="T18" fmla="*/ 8 w 110"/>
              <a:gd name="T19" fmla="*/ 68 h 111"/>
              <a:gd name="T20" fmla="*/ 67 w 110"/>
              <a:gd name="T21" fmla="*/ 8 h 111"/>
              <a:gd name="T22" fmla="*/ 67 w 110"/>
              <a:gd name="T23" fmla="*/ 8 h 111"/>
              <a:gd name="T24" fmla="*/ 71 w 110"/>
              <a:gd name="T25" fmla="*/ 4 h 111"/>
              <a:gd name="T26" fmla="*/ 75 w 110"/>
              <a:gd name="T27" fmla="*/ 2 h 111"/>
              <a:gd name="T28" fmla="*/ 80 w 110"/>
              <a:gd name="T29" fmla="*/ 0 h 111"/>
              <a:gd name="T30" fmla="*/ 85 w 110"/>
              <a:gd name="T31" fmla="*/ 0 h 111"/>
              <a:gd name="T32" fmla="*/ 90 w 110"/>
              <a:gd name="T33" fmla="*/ 0 h 111"/>
              <a:gd name="T34" fmla="*/ 94 w 110"/>
              <a:gd name="T35" fmla="*/ 2 h 111"/>
              <a:gd name="T36" fmla="*/ 99 w 110"/>
              <a:gd name="T37" fmla="*/ 4 h 111"/>
              <a:gd name="T38" fmla="*/ 103 w 110"/>
              <a:gd name="T39" fmla="*/ 8 h 111"/>
              <a:gd name="T40" fmla="*/ 103 w 110"/>
              <a:gd name="T41" fmla="*/ 8 h 111"/>
              <a:gd name="T42" fmla="*/ 106 w 110"/>
              <a:gd name="T43" fmla="*/ 12 h 111"/>
              <a:gd name="T44" fmla="*/ 108 w 110"/>
              <a:gd name="T45" fmla="*/ 16 h 111"/>
              <a:gd name="T46" fmla="*/ 110 w 110"/>
              <a:gd name="T47" fmla="*/ 21 h 111"/>
              <a:gd name="T48" fmla="*/ 110 w 110"/>
              <a:gd name="T49" fmla="*/ 26 h 111"/>
              <a:gd name="T50" fmla="*/ 110 w 110"/>
              <a:gd name="T51" fmla="*/ 30 h 111"/>
              <a:gd name="T52" fmla="*/ 108 w 110"/>
              <a:gd name="T53" fmla="*/ 36 h 111"/>
              <a:gd name="T54" fmla="*/ 106 w 110"/>
              <a:gd name="T55" fmla="*/ 39 h 111"/>
              <a:gd name="T56" fmla="*/ 103 w 110"/>
              <a:gd name="T57" fmla="*/ 43 h 111"/>
              <a:gd name="T58" fmla="*/ 43 w 110"/>
              <a:gd name="T59" fmla="*/ 104 h 111"/>
              <a:gd name="T60" fmla="*/ 43 w 110"/>
              <a:gd name="T61" fmla="*/ 104 h 111"/>
              <a:gd name="T62" fmla="*/ 39 w 110"/>
              <a:gd name="T63" fmla="*/ 107 h 111"/>
              <a:gd name="T64" fmla="*/ 35 w 110"/>
              <a:gd name="T65" fmla="*/ 109 h 111"/>
              <a:gd name="T66" fmla="*/ 30 w 110"/>
              <a:gd name="T67" fmla="*/ 111 h 111"/>
              <a:gd name="T68" fmla="*/ 25 w 110"/>
              <a:gd name="T69" fmla="*/ 111 h 111"/>
              <a:gd name="T70" fmla="*/ 21 w 110"/>
              <a:gd name="T71" fmla="*/ 111 h 111"/>
              <a:gd name="T72" fmla="*/ 16 w 110"/>
              <a:gd name="T73" fmla="*/ 109 h 111"/>
              <a:gd name="T74" fmla="*/ 12 w 110"/>
              <a:gd name="T75" fmla="*/ 107 h 111"/>
              <a:gd name="T76" fmla="*/ 8 w 110"/>
              <a:gd name="T77" fmla="*/ 104 h 111"/>
              <a:gd name="T78" fmla="*/ 8 w 110"/>
              <a:gd name="T79" fmla="*/ 10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0" h="111">
                <a:moveTo>
                  <a:pt x="8" y="104"/>
                </a:moveTo>
                <a:lnTo>
                  <a:pt x="8" y="104"/>
                </a:lnTo>
                <a:lnTo>
                  <a:pt x="4" y="100"/>
                </a:lnTo>
                <a:lnTo>
                  <a:pt x="1" y="95"/>
                </a:lnTo>
                <a:lnTo>
                  <a:pt x="0" y="91"/>
                </a:lnTo>
                <a:lnTo>
                  <a:pt x="0" y="86"/>
                </a:lnTo>
                <a:lnTo>
                  <a:pt x="0" y="81"/>
                </a:lnTo>
                <a:lnTo>
                  <a:pt x="1" y="76"/>
                </a:lnTo>
                <a:lnTo>
                  <a:pt x="4" y="72"/>
                </a:lnTo>
                <a:lnTo>
                  <a:pt x="8" y="68"/>
                </a:lnTo>
                <a:lnTo>
                  <a:pt x="67" y="8"/>
                </a:lnTo>
                <a:lnTo>
                  <a:pt x="67" y="8"/>
                </a:lnTo>
                <a:lnTo>
                  <a:pt x="71" y="4"/>
                </a:lnTo>
                <a:lnTo>
                  <a:pt x="75" y="2"/>
                </a:lnTo>
                <a:lnTo>
                  <a:pt x="80" y="0"/>
                </a:lnTo>
                <a:lnTo>
                  <a:pt x="85" y="0"/>
                </a:lnTo>
                <a:lnTo>
                  <a:pt x="90" y="0"/>
                </a:lnTo>
                <a:lnTo>
                  <a:pt x="94" y="2"/>
                </a:lnTo>
                <a:lnTo>
                  <a:pt x="99" y="4"/>
                </a:lnTo>
                <a:lnTo>
                  <a:pt x="103" y="8"/>
                </a:lnTo>
                <a:lnTo>
                  <a:pt x="103" y="8"/>
                </a:lnTo>
                <a:lnTo>
                  <a:pt x="106" y="12"/>
                </a:lnTo>
                <a:lnTo>
                  <a:pt x="108" y="16"/>
                </a:lnTo>
                <a:lnTo>
                  <a:pt x="110" y="21"/>
                </a:lnTo>
                <a:lnTo>
                  <a:pt x="110" y="26"/>
                </a:lnTo>
                <a:lnTo>
                  <a:pt x="110" y="30"/>
                </a:lnTo>
                <a:lnTo>
                  <a:pt x="108" y="36"/>
                </a:lnTo>
                <a:lnTo>
                  <a:pt x="106" y="39"/>
                </a:lnTo>
                <a:lnTo>
                  <a:pt x="103" y="43"/>
                </a:lnTo>
                <a:lnTo>
                  <a:pt x="43" y="104"/>
                </a:lnTo>
                <a:lnTo>
                  <a:pt x="43" y="104"/>
                </a:lnTo>
                <a:lnTo>
                  <a:pt x="39" y="107"/>
                </a:lnTo>
                <a:lnTo>
                  <a:pt x="35" y="109"/>
                </a:lnTo>
                <a:lnTo>
                  <a:pt x="30" y="111"/>
                </a:lnTo>
                <a:lnTo>
                  <a:pt x="25" y="111"/>
                </a:lnTo>
                <a:lnTo>
                  <a:pt x="21" y="111"/>
                </a:lnTo>
                <a:lnTo>
                  <a:pt x="16" y="109"/>
                </a:lnTo>
                <a:lnTo>
                  <a:pt x="12" y="107"/>
                </a:lnTo>
                <a:lnTo>
                  <a:pt x="8" y="104"/>
                </a:lnTo>
                <a:lnTo>
                  <a:pt x="8" y="10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8" name="Freeform 59">
            <a:extLst>
              <a:ext uri="{FF2B5EF4-FFF2-40B4-BE49-F238E27FC236}">
                <a16:creationId xmlns:a16="http://schemas.microsoft.com/office/drawing/2014/main" id="{39B5B341-1897-BDF3-7748-C3A18BEBBFF1}"/>
              </a:ext>
            </a:extLst>
          </p:cNvPr>
          <p:cNvSpPr>
            <a:spLocks/>
          </p:cNvSpPr>
          <p:nvPr/>
        </p:nvSpPr>
        <p:spPr bwMode="auto">
          <a:xfrm>
            <a:off x="5971108" y="2582298"/>
            <a:ext cx="71638" cy="73574"/>
          </a:xfrm>
          <a:custGeom>
            <a:avLst/>
            <a:gdLst>
              <a:gd name="T0" fmla="*/ 8 w 111"/>
              <a:gd name="T1" fmla="*/ 104 h 112"/>
              <a:gd name="T2" fmla="*/ 8 w 111"/>
              <a:gd name="T3" fmla="*/ 104 h 112"/>
              <a:gd name="T4" fmla="*/ 4 w 111"/>
              <a:gd name="T5" fmla="*/ 100 h 112"/>
              <a:gd name="T6" fmla="*/ 3 w 111"/>
              <a:gd name="T7" fmla="*/ 96 h 112"/>
              <a:gd name="T8" fmla="*/ 0 w 111"/>
              <a:gd name="T9" fmla="*/ 91 h 112"/>
              <a:gd name="T10" fmla="*/ 0 w 111"/>
              <a:gd name="T11" fmla="*/ 86 h 112"/>
              <a:gd name="T12" fmla="*/ 0 w 111"/>
              <a:gd name="T13" fmla="*/ 81 h 112"/>
              <a:gd name="T14" fmla="*/ 3 w 111"/>
              <a:gd name="T15" fmla="*/ 77 h 112"/>
              <a:gd name="T16" fmla="*/ 4 w 111"/>
              <a:gd name="T17" fmla="*/ 71 h 112"/>
              <a:gd name="T18" fmla="*/ 8 w 111"/>
              <a:gd name="T19" fmla="*/ 68 h 112"/>
              <a:gd name="T20" fmla="*/ 67 w 111"/>
              <a:gd name="T21" fmla="*/ 8 h 112"/>
              <a:gd name="T22" fmla="*/ 67 w 111"/>
              <a:gd name="T23" fmla="*/ 8 h 112"/>
              <a:gd name="T24" fmla="*/ 71 w 111"/>
              <a:gd name="T25" fmla="*/ 4 h 112"/>
              <a:gd name="T26" fmla="*/ 76 w 111"/>
              <a:gd name="T27" fmla="*/ 3 h 112"/>
              <a:gd name="T28" fmla="*/ 80 w 111"/>
              <a:gd name="T29" fmla="*/ 1 h 112"/>
              <a:gd name="T30" fmla="*/ 85 w 111"/>
              <a:gd name="T31" fmla="*/ 0 h 112"/>
              <a:gd name="T32" fmla="*/ 90 w 111"/>
              <a:gd name="T33" fmla="*/ 1 h 112"/>
              <a:gd name="T34" fmla="*/ 96 w 111"/>
              <a:gd name="T35" fmla="*/ 3 h 112"/>
              <a:gd name="T36" fmla="*/ 99 w 111"/>
              <a:gd name="T37" fmla="*/ 4 h 112"/>
              <a:gd name="T38" fmla="*/ 103 w 111"/>
              <a:gd name="T39" fmla="*/ 8 h 112"/>
              <a:gd name="T40" fmla="*/ 103 w 111"/>
              <a:gd name="T41" fmla="*/ 8 h 112"/>
              <a:gd name="T42" fmla="*/ 107 w 111"/>
              <a:gd name="T43" fmla="*/ 12 h 112"/>
              <a:gd name="T44" fmla="*/ 108 w 111"/>
              <a:gd name="T45" fmla="*/ 16 h 112"/>
              <a:gd name="T46" fmla="*/ 110 w 111"/>
              <a:gd name="T47" fmla="*/ 21 h 112"/>
              <a:gd name="T48" fmla="*/ 111 w 111"/>
              <a:gd name="T49" fmla="*/ 26 h 112"/>
              <a:gd name="T50" fmla="*/ 110 w 111"/>
              <a:gd name="T51" fmla="*/ 31 h 112"/>
              <a:gd name="T52" fmla="*/ 108 w 111"/>
              <a:gd name="T53" fmla="*/ 35 h 112"/>
              <a:gd name="T54" fmla="*/ 107 w 111"/>
              <a:gd name="T55" fmla="*/ 40 h 112"/>
              <a:gd name="T56" fmla="*/ 103 w 111"/>
              <a:gd name="T57" fmla="*/ 44 h 112"/>
              <a:gd name="T58" fmla="*/ 103 w 111"/>
              <a:gd name="T59" fmla="*/ 44 h 112"/>
              <a:gd name="T60" fmla="*/ 103 w 111"/>
              <a:gd name="T61" fmla="*/ 44 h 112"/>
              <a:gd name="T62" fmla="*/ 44 w 111"/>
              <a:gd name="T63" fmla="*/ 104 h 112"/>
              <a:gd name="T64" fmla="*/ 44 w 111"/>
              <a:gd name="T65" fmla="*/ 104 h 112"/>
              <a:gd name="T66" fmla="*/ 40 w 111"/>
              <a:gd name="T67" fmla="*/ 108 h 112"/>
              <a:gd name="T68" fmla="*/ 35 w 111"/>
              <a:gd name="T69" fmla="*/ 109 h 112"/>
              <a:gd name="T70" fmla="*/ 31 w 111"/>
              <a:gd name="T71" fmla="*/ 110 h 112"/>
              <a:gd name="T72" fmla="*/ 26 w 111"/>
              <a:gd name="T73" fmla="*/ 112 h 112"/>
              <a:gd name="T74" fmla="*/ 21 w 111"/>
              <a:gd name="T75" fmla="*/ 110 h 112"/>
              <a:gd name="T76" fmla="*/ 16 w 111"/>
              <a:gd name="T77" fmla="*/ 109 h 112"/>
              <a:gd name="T78" fmla="*/ 12 w 111"/>
              <a:gd name="T79" fmla="*/ 108 h 112"/>
              <a:gd name="T80" fmla="*/ 8 w 111"/>
              <a:gd name="T81" fmla="*/ 104 h 112"/>
              <a:gd name="T82" fmla="*/ 8 w 111"/>
              <a:gd name="T83" fmla="*/ 104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1" h="112">
                <a:moveTo>
                  <a:pt x="8" y="104"/>
                </a:moveTo>
                <a:lnTo>
                  <a:pt x="8" y="104"/>
                </a:lnTo>
                <a:lnTo>
                  <a:pt x="4" y="100"/>
                </a:lnTo>
                <a:lnTo>
                  <a:pt x="3" y="96"/>
                </a:lnTo>
                <a:lnTo>
                  <a:pt x="0" y="91"/>
                </a:lnTo>
                <a:lnTo>
                  <a:pt x="0" y="86"/>
                </a:lnTo>
                <a:lnTo>
                  <a:pt x="0" y="81"/>
                </a:lnTo>
                <a:lnTo>
                  <a:pt x="3" y="77"/>
                </a:lnTo>
                <a:lnTo>
                  <a:pt x="4" y="71"/>
                </a:lnTo>
                <a:lnTo>
                  <a:pt x="8" y="68"/>
                </a:lnTo>
                <a:lnTo>
                  <a:pt x="67" y="8"/>
                </a:lnTo>
                <a:lnTo>
                  <a:pt x="67" y="8"/>
                </a:lnTo>
                <a:lnTo>
                  <a:pt x="71" y="4"/>
                </a:lnTo>
                <a:lnTo>
                  <a:pt x="76" y="3"/>
                </a:lnTo>
                <a:lnTo>
                  <a:pt x="80" y="1"/>
                </a:lnTo>
                <a:lnTo>
                  <a:pt x="85" y="0"/>
                </a:lnTo>
                <a:lnTo>
                  <a:pt x="90" y="1"/>
                </a:lnTo>
                <a:lnTo>
                  <a:pt x="96" y="3"/>
                </a:lnTo>
                <a:lnTo>
                  <a:pt x="99" y="4"/>
                </a:lnTo>
                <a:lnTo>
                  <a:pt x="103" y="8"/>
                </a:lnTo>
                <a:lnTo>
                  <a:pt x="103" y="8"/>
                </a:lnTo>
                <a:lnTo>
                  <a:pt x="107" y="12"/>
                </a:lnTo>
                <a:lnTo>
                  <a:pt x="108" y="16"/>
                </a:lnTo>
                <a:lnTo>
                  <a:pt x="110" y="21"/>
                </a:lnTo>
                <a:lnTo>
                  <a:pt x="111" y="26"/>
                </a:lnTo>
                <a:lnTo>
                  <a:pt x="110" y="31"/>
                </a:lnTo>
                <a:lnTo>
                  <a:pt x="108" y="35"/>
                </a:lnTo>
                <a:lnTo>
                  <a:pt x="107" y="40"/>
                </a:lnTo>
                <a:lnTo>
                  <a:pt x="103" y="44"/>
                </a:lnTo>
                <a:lnTo>
                  <a:pt x="103" y="44"/>
                </a:lnTo>
                <a:lnTo>
                  <a:pt x="103" y="44"/>
                </a:lnTo>
                <a:lnTo>
                  <a:pt x="44" y="104"/>
                </a:lnTo>
                <a:lnTo>
                  <a:pt x="44" y="104"/>
                </a:lnTo>
                <a:lnTo>
                  <a:pt x="40" y="108"/>
                </a:lnTo>
                <a:lnTo>
                  <a:pt x="35" y="109"/>
                </a:lnTo>
                <a:lnTo>
                  <a:pt x="31" y="110"/>
                </a:lnTo>
                <a:lnTo>
                  <a:pt x="26" y="112"/>
                </a:lnTo>
                <a:lnTo>
                  <a:pt x="21" y="110"/>
                </a:lnTo>
                <a:lnTo>
                  <a:pt x="16" y="109"/>
                </a:lnTo>
                <a:lnTo>
                  <a:pt x="12" y="108"/>
                </a:lnTo>
                <a:lnTo>
                  <a:pt x="8" y="104"/>
                </a:lnTo>
                <a:lnTo>
                  <a:pt x="8" y="10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09" name="Freeform 60">
            <a:extLst>
              <a:ext uri="{FF2B5EF4-FFF2-40B4-BE49-F238E27FC236}">
                <a16:creationId xmlns:a16="http://schemas.microsoft.com/office/drawing/2014/main" id="{234DF51C-27E0-9CDD-2053-90579EDA4ECE}"/>
              </a:ext>
            </a:extLst>
          </p:cNvPr>
          <p:cNvSpPr>
            <a:spLocks/>
          </p:cNvSpPr>
          <p:nvPr/>
        </p:nvSpPr>
        <p:spPr bwMode="auto">
          <a:xfrm>
            <a:off x="6009831" y="2622958"/>
            <a:ext cx="71638" cy="69701"/>
          </a:xfrm>
          <a:custGeom>
            <a:avLst/>
            <a:gdLst>
              <a:gd name="T0" fmla="*/ 7 w 110"/>
              <a:gd name="T1" fmla="*/ 103 h 110"/>
              <a:gd name="T2" fmla="*/ 7 w 110"/>
              <a:gd name="T3" fmla="*/ 103 h 110"/>
              <a:gd name="T4" fmla="*/ 5 w 110"/>
              <a:gd name="T5" fmla="*/ 99 h 110"/>
              <a:gd name="T6" fmla="*/ 2 w 110"/>
              <a:gd name="T7" fmla="*/ 95 h 110"/>
              <a:gd name="T8" fmla="*/ 1 w 110"/>
              <a:gd name="T9" fmla="*/ 90 h 110"/>
              <a:gd name="T10" fmla="*/ 0 w 110"/>
              <a:gd name="T11" fmla="*/ 86 h 110"/>
              <a:gd name="T12" fmla="*/ 1 w 110"/>
              <a:gd name="T13" fmla="*/ 81 h 110"/>
              <a:gd name="T14" fmla="*/ 2 w 110"/>
              <a:gd name="T15" fmla="*/ 75 h 110"/>
              <a:gd name="T16" fmla="*/ 5 w 110"/>
              <a:gd name="T17" fmla="*/ 71 h 110"/>
              <a:gd name="T18" fmla="*/ 7 w 110"/>
              <a:gd name="T19" fmla="*/ 68 h 110"/>
              <a:gd name="T20" fmla="*/ 68 w 110"/>
              <a:gd name="T21" fmla="*/ 7 h 110"/>
              <a:gd name="T22" fmla="*/ 68 w 110"/>
              <a:gd name="T23" fmla="*/ 7 h 110"/>
              <a:gd name="T24" fmla="*/ 72 w 110"/>
              <a:gd name="T25" fmla="*/ 4 h 110"/>
              <a:gd name="T26" fmla="*/ 76 w 110"/>
              <a:gd name="T27" fmla="*/ 1 h 110"/>
              <a:gd name="T28" fmla="*/ 81 w 110"/>
              <a:gd name="T29" fmla="*/ 0 h 110"/>
              <a:gd name="T30" fmla="*/ 85 w 110"/>
              <a:gd name="T31" fmla="*/ 0 h 110"/>
              <a:gd name="T32" fmla="*/ 90 w 110"/>
              <a:gd name="T33" fmla="*/ 0 h 110"/>
              <a:gd name="T34" fmla="*/ 95 w 110"/>
              <a:gd name="T35" fmla="*/ 1 h 110"/>
              <a:gd name="T36" fmla="*/ 99 w 110"/>
              <a:gd name="T37" fmla="*/ 4 h 110"/>
              <a:gd name="T38" fmla="*/ 103 w 110"/>
              <a:gd name="T39" fmla="*/ 7 h 110"/>
              <a:gd name="T40" fmla="*/ 103 w 110"/>
              <a:gd name="T41" fmla="*/ 7 h 110"/>
              <a:gd name="T42" fmla="*/ 106 w 110"/>
              <a:gd name="T43" fmla="*/ 10 h 110"/>
              <a:gd name="T44" fmla="*/ 109 w 110"/>
              <a:gd name="T45" fmla="*/ 16 h 110"/>
              <a:gd name="T46" fmla="*/ 110 w 110"/>
              <a:gd name="T47" fmla="*/ 20 h 110"/>
              <a:gd name="T48" fmla="*/ 110 w 110"/>
              <a:gd name="T49" fmla="*/ 25 h 110"/>
              <a:gd name="T50" fmla="*/ 110 w 110"/>
              <a:gd name="T51" fmla="*/ 30 h 110"/>
              <a:gd name="T52" fmla="*/ 109 w 110"/>
              <a:gd name="T53" fmla="*/ 35 h 110"/>
              <a:gd name="T54" fmla="*/ 106 w 110"/>
              <a:gd name="T55" fmla="*/ 39 h 110"/>
              <a:gd name="T56" fmla="*/ 103 w 110"/>
              <a:gd name="T57" fmla="*/ 43 h 110"/>
              <a:gd name="T58" fmla="*/ 103 w 110"/>
              <a:gd name="T59" fmla="*/ 43 h 110"/>
              <a:gd name="T60" fmla="*/ 103 w 110"/>
              <a:gd name="T61" fmla="*/ 43 h 110"/>
              <a:gd name="T62" fmla="*/ 43 w 110"/>
              <a:gd name="T63" fmla="*/ 103 h 110"/>
              <a:gd name="T64" fmla="*/ 43 w 110"/>
              <a:gd name="T65" fmla="*/ 103 h 110"/>
              <a:gd name="T66" fmla="*/ 39 w 110"/>
              <a:gd name="T67" fmla="*/ 106 h 110"/>
              <a:gd name="T68" fmla="*/ 36 w 110"/>
              <a:gd name="T69" fmla="*/ 109 h 110"/>
              <a:gd name="T70" fmla="*/ 30 w 110"/>
              <a:gd name="T71" fmla="*/ 110 h 110"/>
              <a:gd name="T72" fmla="*/ 25 w 110"/>
              <a:gd name="T73" fmla="*/ 110 h 110"/>
              <a:gd name="T74" fmla="*/ 20 w 110"/>
              <a:gd name="T75" fmla="*/ 110 h 110"/>
              <a:gd name="T76" fmla="*/ 16 w 110"/>
              <a:gd name="T77" fmla="*/ 109 h 110"/>
              <a:gd name="T78" fmla="*/ 11 w 110"/>
              <a:gd name="T79" fmla="*/ 106 h 110"/>
              <a:gd name="T80" fmla="*/ 7 w 110"/>
              <a:gd name="T81" fmla="*/ 103 h 110"/>
              <a:gd name="T82" fmla="*/ 7 w 110"/>
              <a:gd name="T83" fmla="*/ 103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0" h="110">
                <a:moveTo>
                  <a:pt x="7" y="103"/>
                </a:moveTo>
                <a:lnTo>
                  <a:pt x="7" y="103"/>
                </a:lnTo>
                <a:lnTo>
                  <a:pt x="5" y="99"/>
                </a:lnTo>
                <a:lnTo>
                  <a:pt x="2" y="95"/>
                </a:lnTo>
                <a:lnTo>
                  <a:pt x="1" y="90"/>
                </a:lnTo>
                <a:lnTo>
                  <a:pt x="0" y="86"/>
                </a:lnTo>
                <a:lnTo>
                  <a:pt x="1" y="81"/>
                </a:lnTo>
                <a:lnTo>
                  <a:pt x="2" y="75"/>
                </a:lnTo>
                <a:lnTo>
                  <a:pt x="5" y="71"/>
                </a:lnTo>
                <a:lnTo>
                  <a:pt x="7" y="68"/>
                </a:lnTo>
                <a:lnTo>
                  <a:pt x="68" y="7"/>
                </a:lnTo>
                <a:lnTo>
                  <a:pt x="68" y="7"/>
                </a:lnTo>
                <a:lnTo>
                  <a:pt x="72" y="4"/>
                </a:lnTo>
                <a:lnTo>
                  <a:pt x="76" y="1"/>
                </a:lnTo>
                <a:lnTo>
                  <a:pt x="81" y="0"/>
                </a:lnTo>
                <a:lnTo>
                  <a:pt x="85" y="0"/>
                </a:lnTo>
                <a:lnTo>
                  <a:pt x="90" y="0"/>
                </a:lnTo>
                <a:lnTo>
                  <a:pt x="95" y="1"/>
                </a:lnTo>
                <a:lnTo>
                  <a:pt x="99" y="4"/>
                </a:lnTo>
                <a:lnTo>
                  <a:pt x="103" y="7"/>
                </a:lnTo>
                <a:lnTo>
                  <a:pt x="103" y="7"/>
                </a:lnTo>
                <a:lnTo>
                  <a:pt x="106" y="10"/>
                </a:lnTo>
                <a:lnTo>
                  <a:pt x="109" y="16"/>
                </a:lnTo>
                <a:lnTo>
                  <a:pt x="110" y="20"/>
                </a:lnTo>
                <a:lnTo>
                  <a:pt x="110" y="25"/>
                </a:lnTo>
                <a:lnTo>
                  <a:pt x="110" y="30"/>
                </a:lnTo>
                <a:lnTo>
                  <a:pt x="109" y="35"/>
                </a:lnTo>
                <a:lnTo>
                  <a:pt x="106" y="39"/>
                </a:lnTo>
                <a:lnTo>
                  <a:pt x="103" y="43"/>
                </a:lnTo>
                <a:lnTo>
                  <a:pt x="103" y="43"/>
                </a:lnTo>
                <a:lnTo>
                  <a:pt x="103" y="43"/>
                </a:lnTo>
                <a:lnTo>
                  <a:pt x="43" y="103"/>
                </a:lnTo>
                <a:lnTo>
                  <a:pt x="43" y="103"/>
                </a:lnTo>
                <a:lnTo>
                  <a:pt x="39" y="106"/>
                </a:lnTo>
                <a:lnTo>
                  <a:pt x="36" y="109"/>
                </a:lnTo>
                <a:lnTo>
                  <a:pt x="30" y="110"/>
                </a:lnTo>
                <a:lnTo>
                  <a:pt x="25" y="110"/>
                </a:lnTo>
                <a:lnTo>
                  <a:pt x="20" y="110"/>
                </a:lnTo>
                <a:lnTo>
                  <a:pt x="16" y="109"/>
                </a:lnTo>
                <a:lnTo>
                  <a:pt x="11" y="106"/>
                </a:lnTo>
                <a:lnTo>
                  <a:pt x="7" y="103"/>
                </a:lnTo>
                <a:lnTo>
                  <a:pt x="7" y="10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0" name="Freeform 61">
            <a:extLst>
              <a:ext uri="{FF2B5EF4-FFF2-40B4-BE49-F238E27FC236}">
                <a16:creationId xmlns:a16="http://schemas.microsoft.com/office/drawing/2014/main" id="{B27E8BA4-F40F-A17E-C687-DD8DDB9E6C47}"/>
              </a:ext>
            </a:extLst>
          </p:cNvPr>
          <p:cNvSpPr>
            <a:spLocks/>
          </p:cNvSpPr>
          <p:nvPr/>
        </p:nvSpPr>
        <p:spPr bwMode="auto">
          <a:xfrm>
            <a:off x="6048554" y="2661681"/>
            <a:ext cx="71638" cy="69701"/>
          </a:xfrm>
          <a:custGeom>
            <a:avLst/>
            <a:gdLst>
              <a:gd name="T0" fmla="*/ 8 w 110"/>
              <a:gd name="T1" fmla="*/ 104 h 110"/>
              <a:gd name="T2" fmla="*/ 8 w 110"/>
              <a:gd name="T3" fmla="*/ 104 h 110"/>
              <a:gd name="T4" fmla="*/ 4 w 110"/>
              <a:gd name="T5" fmla="*/ 100 h 110"/>
              <a:gd name="T6" fmla="*/ 1 w 110"/>
              <a:gd name="T7" fmla="*/ 94 h 110"/>
              <a:gd name="T8" fmla="*/ 0 w 110"/>
              <a:gd name="T9" fmla="*/ 91 h 110"/>
              <a:gd name="T10" fmla="*/ 0 w 110"/>
              <a:gd name="T11" fmla="*/ 85 h 110"/>
              <a:gd name="T12" fmla="*/ 0 w 110"/>
              <a:gd name="T13" fmla="*/ 80 h 110"/>
              <a:gd name="T14" fmla="*/ 1 w 110"/>
              <a:gd name="T15" fmla="*/ 75 h 110"/>
              <a:gd name="T16" fmla="*/ 4 w 110"/>
              <a:gd name="T17" fmla="*/ 71 h 110"/>
              <a:gd name="T18" fmla="*/ 8 w 110"/>
              <a:gd name="T19" fmla="*/ 67 h 110"/>
              <a:gd name="T20" fmla="*/ 67 w 110"/>
              <a:gd name="T21" fmla="*/ 8 h 110"/>
              <a:gd name="T22" fmla="*/ 67 w 110"/>
              <a:gd name="T23" fmla="*/ 8 h 110"/>
              <a:gd name="T24" fmla="*/ 71 w 110"/>
              <a:gd name="T25" fmla="*/ 4 h 110"/>
              <a:gd name="T26" fmla="*/ 75 w 110"/>
              <a:gd name="T27" fmla="*/ 1 h 110"/>
              <a:gd name="T28" fmla="*/ 80 w 110"/>
              <a:gd name="T29" fmla="*/ 0 h 110"/>
              <a:gd name="T30" fmla="*/ 85 w 110"/>
              <a:gd name="T31" fmla="*/ 0 h 110"/>
              <a:gd name="T32" fmla="*/ 90 w 110"/>
              <a:gd name="T33" fmla="*/ 0 h 110"/>
              <a:gd name="T34" fmla="*/ 94 w 110"/>
              <a:gd name="T35" fmla="*/ 1 h 110"/>
              <a:gd name="T36" fmla="*/ 99 w 110"/>
              <a:gd name="T37" fmla="*/ 4 h 110"/>
              <a:gd name="T38" fmla="*/ 103 w 110"/>
              <a:gd name="T39" fmla="*/ 8 h 110"/>
              <a:gd name="T40" fmla="*/ 103 w 110"/>
              <a:gd name="T41" fmla="*/ 8 h 110"/>
              <a:gd name="T42" fmla="*/ 106 w 110"/>
              <a:gd name="T43" fmla="*/ 11 h 110"/>
              <a:gd name="T44" fmla="*/ 108 w 110"/>
              <a:gd name="T45" fmla="*/ 15 h 110"/>
              <a:gd name="T46" fmla="*/ 110 w 110"/>
              <a:gd name="T47" fmla="*/ 21 h 110"/>
              <a:gd name="T48" fmla="*/ 110 w 110"/>
              <a:gd name="T49" fmla="*/ 26 h 110"/>
              <a:gd name="T50" fmla="*/ 110 w 110"/>
              <a:gd name="T51" fmla="*/ 30 h 110"/>
              <a:gd name="T52" fmla="*/ 108 w 110"/>
              <a:gd name="T53" fmla="*/ 35 h 110"/>
              <a:gd name="T54" fmla="*/ 106 w 110"/>
              <a:gd name="T55" fmla="*/ 39 h 110"/>
              <a:gd name="T56" fmla="*/ 103 w 110"/>
              <a:gd name="T57" fmla="*/ 43 h 110"/>
              <a:gd name="T58" fmla="*/ 43 w 110"/>
              <a:gd name="T59" fmla="*/ 104 h 110"/>
              <a:gd name="T60" fmla="*/ 43 w 110"/>
              <a:gd name="T61" fmla="*/ 104 h 110"/>
              <a:gd name="T62" fmla="*/ 39 w 110"/>
              <a:gd name="T63" fmla="*/ 106 h 110"/>
              <a:gd name="T64" fmla="*/ 35 w 110"/>
              <a:gd name="T65" fmla="*/ 109 h 110"/>
              <a:gd name="T66" fmla="*/ 30 w 110"/>
              <a:gd name="T67" fmla="*/ 110 h 110"/>
              <a:gd name="T68" fmla="*/ 25 w 110"/>
              <a:gd name="T69" fmla="*/ 110 h 110"/>
              <a:gd name="T70" fmla="*/ 21 w 110"/>
              <a:gd name="T71" fmla="*/ 110 h 110"/>
              <a:gd name="T72" fmla="*/ 16 w 110"/>
              <a:gd name="T73" fmla="*/ 109 h 110"/>
              <a:gd name="T74" fmla="*/ 12 w 110"/>
              <a:gd name="T75" fmla="*/ 106 h 110"/>
              <a:gd name="T76" fmla="*/ 8 w 110"/>
              <a:gd name="T77" fmla="*/ 104 h 110"/>
              <a:gd name="T78" fmla="*/ 8 w 110"/>
              <a:gd name="T79" fmla="*/ 104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10" h="110">
                <a:moveTo>
                  <a:pt x="8" y="104"/>
                </a:moveTo>
                <a:lnTo>
                  <a:pt x="8" y="104"/>
                </a:lnTo>
                <a:lnTo>
                  <a:pt x="4" y="100"/>
                </a:lnTo>
                <a:lnTo>
                  <a:pt x="1" y="94"/>
                </a:lnTo>
                <a:lnTo>
                  <a:pt x="0" y="91"/>
                </a:lnTo>
                <a:lnTo>
                  <a:pt x="0" y="85"/>
                </a:lnTo>
                <a:lnTo>
                  <a:pt x="0" y="80"/>
                </a:lnTo>
                <a:lnTo>
                  <a:pt x="1" y="75"/>
                </a:lnTo>
                <a:lnTo>
                  <a:pt x="4" y="71"/>
                </a:lnTo>
                <a:lnTo>
                  <a:pt x="8" y="67"/>
                </a:lnTo>
                <a:lnTo>
                  <a:pt x="67" y="8"/>
                </a:lnTo>
                <a:lnTo>
                  <a:pt x="67" y="8"/>
                </a:lnTo>
                <a:lnTo>
                  <a:pt x="71" y="4"/>
                </a:lnTo>
                <a:lnTo>
                  <a:pt x="75" y="1"/>
                </a:lnTo>
                <a:lnTo>
                  <a:pt x="80" y="0"/>
                </a:lnTo>
                <a:lnTo>
                  <a:pt x="85" y="0"/>
                </a:lnTo>
                <a:lnTo>
                  <a:pt x="90" y="0"/>
                </a:lnTo>
                <a:lnTo>
                  <a:pt x="94" y="1"/>
                </a:lnTo>
                <a:lnTo>
                  <a:pt x="99" y="4"/>
                </a:lnTo>
                <a:lnTo>
                  <a:pt x="103" y="8"/>
                </a:lnTo>
                <a:lnTo>
                  <a:pt x="103" y="8"/>
                </a:lnTo>
                <a:lnTo>
                  <a:pt x="106" y="11"/>
                </a:lnTo>
                <a:lnTo>
                  <a:pt x="108" y="15"/>
                </a:lnTo>
                <a:lnTo>
                  <a:pt x="110" y="21"/>
                </a:lnTo>
                <a:lnTo>
                  <a:pt x="110" y="26"/>
                </a:lnTo>
                <a:lnTo>
                  <a:pt x="110" y="30"/>
                </a:lnTo>
                <a:lnTo>
                  <a:pt x="108" y="35"/>
                </a:lnTo>
                <a:lnTo>
                  <a:pt x="106" y="39"/>
                </a:lnTo>
                <a:lnTo>
                  <a:pt x="103" y="43"/>
                </a:lnTo>
                <a:lnTo>
                  <a:pt x="43" y="104"/>
                </a:lnTo>
                <a:lnTo>
                  <a:pt x="43" y="104"/>
                </a:lnTo>
                <a:lnTo>
                  <a:pt x="39" y="106"/>
                </a:lnTo>
                <a:lnTo>
                  <a:pt x="35" y="109"/>
                </a:lnTo>
                <a:lnTo>
                  <a:pt x="30" y="110"/>
                </a:lnTo>
                <a:lnTo>
                  <a:pt x="25" y="110"/>
                </a:lnTo>
                <a:lnTo>
                  <a:pt x="21" y="110"/>
                </a:lnTo>
                <a:lnTo>
                  <a:pt x="16" y="109"/>
                </a:lnTo>
                <a:lnTo>
                  <a:pt x="12" y="106"/>
                </a:lnTo>
                <a:lnTo>
                  <a:pt x="8" y="104"/>
                </a:lnTo>
                <a:lnTo>
                  <a:pt x="8" y="10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1" name="Freeform 62">
            <a:extLst>
              <a:ext uri="{FF2B5EF4-FFF2-40B4-BE49-F238E27FC236}">
                <a16:creationId xmlns:a16="http://schemas.microsoft.com/office/drawing/2014/main" id="{F859FF4D-1D12-AA39-20DE-CEFA8BD1FF05}"/>
              </a:ext>
            </a:extLst>
          </p:cNvPr>
          <p:cNvSpPr>
            <a:spLocks/>
          </p:cNvSpPr>
          <p:nvPr/>
        </p:nvSpPr>
        <p:spPr bwMode="auto">
          <a:xfrm>
            <a:off x="6110511" y="2700404"/>
            <a:ext cx="32915" cy="32915"/>
          </a:xfrm>
          <a:custGeom>
            <a:avLst/>
            <a:gdLst>
              <a:gd name="T0" fmla="*/ 42 w 49"/>
              <a:gd name="T1" fmla="*/ 43 h 50"/>
              <a:gd name="T2" fmla="*/ 42 w 49"/>
              <a:gd name="T3" fmla="*/ 43 h 50"/>
              <a:gd name="T4" fmla="*/ 37 w 49"/>
              <a:gd name="T5" fmla="*/ 45 h 50"/>
              <a:gd name="T6" fmla="*/ 33 w 49"/>
              <a:gd name="T7" fmla="*/ 48 h 50"/>
              <a:gd name="T8" fmla="*/ 28 w 49"/>
              <a:gd name="T9" fmla="*/ 49 h 50"/>
              <a:gd name="T10" fmla="*/ 24 w 49"/>
              <a:gd name="T11" fmla="*/ 50 h 50"/>
              <a:gd name="T12" fmla="*/ 19 w 49"/>
              <a:gd name="T13" fmla="*/ 49 h 50"/>
              <a:gd name="T14" fmla="*/ 14 w 49"/>
              <a:gd name="T15" fmla="*/ 48 h 50"/>
              <a:gd name="T16" fmla="*/ 10 w 49"/>
              <a:gd name="T17" fmla="*/ 45 h 50"/>
              <a:gd name="T18" fmla="*/ 6 w 49"/>
              <a:gd name="T19" fmla="*/ 43 h 50"/>
              <a:gd name="T20" fmla="*/ 0 w 49"/>
              <a:gd name="T21" fmla="*/ 36 h 50"/>
              <a:gd name="T22" fmla="*/ 29 w 49"/>
              <a:gd name="T23" fmla="*/ 6 h 50"/>
              <a:gd name="T24" fmla="*/ 29 w 49"/>
              <a:gd name="T25" fmla="*/ 6 h 50"/>
              <a:gd name="T26" fmla="*/ 36 w 49"/>
              <a:gd name="T27" fmla="*/ 0 h 50"/>
              <a:gd name="T28" fmla="*/ 41 w 49"/>
              <a:gd name="T29" fmla="*/ 6 h 50"/>
              <a:gd name="T30" fmla="*/ 41 w 49"/>
              <a:gd name="T31" fmla="*/ 6 h 50"/>
              <a:gd name="T32" fmla="*/ 42 w 49"/>
              <a:gd name="T33" fmla="*/ 6 h 50"/>
              <a:gd name="T34" fmla="*/ 42 w 49"/>
              <a:gd name="T35" fmla="*/ 6 h 50"/>
              <a:gd name="T36" fmla="*/ 42 w 49"/>
              <a:gd name="T37" fmla="*/ 6 h 50"/>
              <a:gd name="T38" fmla="*/ 45 w 49"/>
              <a:gd name="T39" fmla="*/ 10 h 50"/>
              <a:gd name="T40" fmla="*/ 47 w 49"/>
              <a:gd name="T41" fmla="*/ 14 h 50"/>
              <a:gd name="T42" fmla="*/ 49 w 49"/>
              <a:gd name="T43" fmla="*/ 19 h 50"/>
              <a:gd name="T44" fmla="*/ 49 w 49"/>
              <a:gd name="T45" fmla="*/ 24 h 50"/>
              <a:gd name="T46" fmla="*/ 49 w 49"/>
              <a:gd name="T47" fmla="*/ 30 h 50"/>
              <a:gd name="T48" fmla="*/ 47 w 49"/>
              <a:gd name="T49" fmla="*/ 33 h 50"/>
              <a:gd name="T50" fmla="*/ 45 w 49"/>
              <a:gd name="T51" fmla="*/ 39 h 50"/>
              <a:gd name="T52" fmla="*/ 42 w 49"/>
              <a:gd name="T53" fmla="*/ 43 h 50"/>
              <a:gd name="T54" fmla="*/ 42 w 49"/>
              <a:gd name="T55" fmla="*/ 43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9" h="50">
                <a:moveTo>
                  <a:pt x="42" y="43"/>
                </a:moveTo>
                <a:lnTo>
                  <a:pt x="42" y="43"/>
                </a:lnTo>
                <a:lnTo>
                  <a:pt x="37" y="45"/>
                </a:lnTo>
                <a:lnTo>
                  <a:pt x="33" y="48"/>
                </a:lnTo>
                <a:lnTo>
                  <a:pt x="28" y="49"/>
                </a:lnTo>
                <a:lnTo>
                  <a:pt x="24" y="50"/>
                </a:lnTo>
                <a:lnTo>
                  <a:pt x="19" y="49"/>
                </a:lnTo>
                <a:lnTo>
                  <a:pt x="14" y="48"/>
                </a:lnTo>
                <a:lnTo>
                  <a:pt x="10" y="45"/>
                </a:lnTo>
                <a:lnTo>
                  <a:pt x="6" y="43"/>
                </a:lnTo>
                <a:lnTo>
                  <a:pt x="0" y="36"/>
                </a:lnTo>
                <a:lnTo>
                  <a:pt x="29" y="6"/>
                </a:lnTo>
                <a:lnTo>
                  <a:pt x="29" y="6"/>
                </a:lnTo>
                <a:lnTo>
                  <a:pt x="36" y="0"/>
                </a:lnTo>
                <a:lnTo>
                  <a:pt x="41" y="6"/>
                </a:lnTo>
                <a:lnTo>
                  <a:pt x="41" y="6"/>
                </a:lnTo>
                <a:lnTo>
                  <a:pt x="42" y="6"/>
                </a:lnTo>
                <a:lnTo>
                  <a:pt x="42" y="6"/>
                </a:lnTo>
                <a:lnTo>
                  <a:pt x="42" y="6"/>
                </a:lnTo>
                <a:lnTo>
                  <a:pt x="45" y="10"/>
                </a:lnTo>
                <a:lnTo>
                  <a:pt x="47" y="14"/>
                </a:lnTo>
                <a:lnTo>
                  <a:pt x="49" y="19"/>
                </a:lnTo>
                <a:lnTo>
                  <a:pt x="49" y="24"/>
                </a:lnTo>
                <a:lnTo>
                  <a:pt x="49" y="30"/>
                </a:lnTo>
                <a:lnTo>
                  <a:pt x="47" y="33"/>
                </a:lnTo>
                <a:lnTo>
                  <a:pt x="45" y="39"/>
                </a:lnTo>
                <a:lnTo>
                  <a:pt x="42" y="43"/>
                </a:lnTo>
                <a:lnTo>
                  <a:pt x="42" y="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2" name="Freeform 63">
            <a:extLst>
              <a:ext uri="{FF2B5EF4-FFF2-40B4-BE49-F238E27FC236}">
                <a16:creationId xmlns:a16="http://schemas.microsoft.com/office/drawing/2014/main" id="{46755BC1-4641-4E56-1049-34A2CC28F0E1}"/>
              </a:ext>
            </a:extLst>
          </p:cNvPr>
          <p:cNvSpPr>
            <a:spLocks/>
          </p:cNvSpPr>
          <p:nvPr/>
        </p:nvSpPr>
        <p:spPr bwMode="auto">
          <a:xfrm>
            <a:off x="5914960" y="2398365"/>
            <a:ext cx="342699" cy="294294"/>
          </a:xfrm>
          <a:custGeom>
            <a:avLst/>
            <a:gdLst>
              <a:gd name="T0" fmla="*/ 519 w 531"/>
              <a:gd name="T1" fmla="*/ 333 h 457"/>
              <a:gd name="T2" fmla="*/ 506 w 531"/>
              <a:gd name="T3" fmla="*/ 337 h 457"/>
              <a:gd name="T4" fmla="*/ 492 w 531"/>
              <a:gd name="T5" fmla="*/ 333 h 457"/>
              <a:gd name="T6" fmla="*/ 410 w 531"/>
              <a:gd name="T7" fmla="*/ 251 h 457"/>
              <a:gd name="T8" fmla="*/ 391 w 531"/>
              <a:gd name="T9" fmla="*/ 249 h 457"/>
              <a:gd name="T10" fmla="*/ 382 w 531"/>
              <a:gd name="T11" fmla="*/ 258 h 457"/>
              <a:gd name="T12" fmla="*/ 386 w 531"/>
              <a:gd name="T13" fmla="*/ 276 h 457"/>
              <a:gd name="T14" fmla="*/ 467 w 531"/>
              <a:gd name="T15" fmla="*/ 357 h 457"/>
              <a:gd name="T16" fmla="*/ 471 w 531"/>
              <a:gd name="T17" fmla="*/ 372 h 457"/>
              <a:gd name="T18" fmla="*/ 467 w 531"/>
              <a:gd name="T19" fmla="*/ 386 h 457"/>
              <a:gd name="T20" fmla="*/ 460 w 531"/>
              <a:gd name="T21" fmla="*/ 394 h 457"/>
              <a:gd name="T22" fmla="*/ 446 w 531"/>
              <a:gd name="T23" fmla="*/ 398 h 457"/>
              <a:gd name="T24" fmla="*/ 431 w 531"/>
              <a:gd name="T25" fmla="*/ 394 h 457"/>
              <a:gd name="T26" fmla="*/ 350 w 531"/>
              <a:gd name="T27" fmla="*/ 312 h 457"/>
              <a:gd name="T28" fmla="*/ 332 w 531"/>
              <a:gd name="T29" fmla="*/ 308 h 457"/>
              <a:gd name="T30" fmla="*/ 323 w 531"/>
              <a:gd name="T31" fmla="*/ 317 h 457"/>
              <a:gd name="T32" fmla="*/ 327 w 531"/>
              <a:gd name="T33" fmla="*/ 335 h 457"/>
              <a:gd name="T34" fmla="*/ 407 w 531"/>
              <a:gd name="T35" fmla="*/ 418 h 457"/>
              <a:gd name="T36" fmla="*/ 412 w 531"/>
              <a:gd name="T37" fmla="*/ 433 h 457"/>
              <a:gd name="T38" fmla="*/ 407 w 531"/>
              <a:gd name="T39" fmla="*/ 446 h 457"/>
              <a:gd name="T40" fmla="*/ 401 w 531"/>
              <a:gd name="T41" fmla="*/ 453 h 457"/>
              <a:gd name="T42" fmla="*/ 386 w 531"/>
              <a:gd name="T43" fmla="*/ 457 h 457"/>
              <a:gd name="T44" fmla="*/ 376 w 531"/>
              <a:gd name="T45" fmla="*/ 455 h 457"/>
              <a:gd name="T46" fmla="*/ 359 w 531"/>
              <a:gd name="T47" fmla="*/ 442 h 457"/>
              <a:gd name="T48" fmla="*/ 349 w 531"/>
              <a:gd name="T49" fmla="*/ 420 h 457"/>
              <a:gd name="T50" fmla="*/ 332 w 531"/>
              <a:gd name="T51" fmla="*/ 390 h 457"/>
              <a:gd name="T52" fmla="*/ 313 w 531"/>
              <a:gd name="T53" fmla="*/ 377 h 457"/>
              <a:gd name="T54" fmla="*/ 290 w 531"/>
              <a:gd name="T55" fmla="*/ 373 h 457"/>
              <a:gd name="T56" fmla="*/ 281 w 531"/>
              <a:gd name="T57" fmla="*/ 339 h 457"/>
              <a:gd name="T58" fmla="*/ 264 w 531"/>
              <a:gd name="T59" fmla="*/ 322 h 457"/>
              <a:gd name="T60" fmla="*/ 231 w 531"/>
              <a:gd name="T61" fmla="*/ 312 h 457"/>
              <a:gd name="T62" fmla="*/ 225 w 531"/>
              <a:gd name="T63" fmla="*/ 289 h 457"/>
              <a:gd name="T64" fmla="*/ 205 w 531"/>
              <a:gd name="T65" fmla="*/ 263 h 457"/>
              <a:gd name="T66" fmla="*/ 171 w 531"/>
              <a:gd name="T67" fmla="*/ 252 h 457"/>
              <a:gd name="T68" fmla="*/ 166 w 531"/>
              <a:gd name="T69" fmla="*/ 229 h 457"/>
              <a:gd name="T70" fmla="*/ 153 w 531"/>
              <a:gd name="T71" fmla="*/ 210 h 457"/>
              <a:gd name="T72" fmla="*/ 124 w 531"/>
              <a:gd name="T73" fmla="*/ 193 h 457"/>
              <a:gd name="T74" fmla="*/ 90 w 531"/>
              <a:gd name="T75" fmla="*/ 197 h 457"/>
              <a:gd name="T76" fmla="*/ 40 w 531"/>
              <a:gd name="T77" fmla="*/ 239 h 457"/>
              <a:gd name="T78" fmla="*/ 198 w 531"/>
              <a:gd name="T79" fmla="*/ 0 h 457"/>
              <a:gd name="T80" fmla="*/ 243 w 531"/>
              <a:gd name="T81" fmla="*/ 14 h 457"/>
              <a:gd name="T82" fmla="*/ 207 w 531"/>
              <a:gd name="T83" fmla="*/ 71 h 457"/>
              <a:gd name="T84" fmla="*/ 189 w 531"/>
              <a:gd name="T85" fmla="*/ 107 h 457"/>
              <a:gd name="T86" fmla="*/ 192 w 531"/>
              <a:gd name="T87" fmla="*/ 145 h 457"/>
              <a:gd name="T88" fmla="*/ 207 w 531"/>
              <a:gd name="T89" fmla="*/ 168 h 457"/>
              <a:gd name="T90" fmla="*/ 242 w 531"/>
              <a:gd name="T91" fmla="*/ 186 h 457"/>
              <a:gd name="T92" fmla="*/ 281 w 531"/>
              <a:gd name="T93" fmla="*/ 182 h 457"/>
              <a:gd name="T94" fmla="*/ 350 w 531"/>
              <a:gd name="T95" fmla="*/ 120 h 457"/>
              <a:gd name="T96" fmla="*/ 524 w 531"/>
              <a:gd name="T97" fmla="*/ 294 h 457"/>
              <a:gd name="T98" fmla="*/ 531 w 531"/>
              <a:gd name="T99" fmla="*/ 307 h 457"/>
              <a:gd name="T100" fmla="*/ 529 w 531"/>
              <a:gd name="T101" fmla="*/ 321 h 457"/>
              <a:gd name="T102" fmla="*/ 524 w 531"/>
              <a:gd name="T103" fmla="*/ 330 h 4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31" h="457">
                <a:moveTo>
                  <a:pt x="524" y="330"/>
                </a:moveTo>
                <a:lnTo>
                  <a:pt x="524" y="330"/>
                </a:lnTo>
                <a:lnTo>
                  <a:pt x="519" y="333"/>
                </a:lnTo>
                <a:lnTo>
                  <a:pt x="515" y="335"/>
                </a:lnTo>
                <a:lnTo>
                  <a:pt x="510" y="337"/>
                </a:lnTo>
                <a:lnTo>
                  <a:pt x="506" y="337"/>
                </a:lnTo>
                <a:lnTo>
                  <a:pt x="501" y="337"/>
                </a:lnTo>
                <a:lnTo>
                  <a:pt x="496" y="335"/>
                </a:lnTo>
                <a:lnTo>
                  <a:pt x="492" y="333"/>
                </a:lnTo>
                <a:lnTo>
                  <a:pt x="488" y="330"/>
                </a:lnTo>
                <a:lnTo>
                  <a:pt x="410" y="251"/>
                </a:lnTo>
                <a:lnTo>
                  <a:pt x="410" y="251"/>
                </a:lnTo>
                <a:lnTo>
                  <a:pt x="404" y="249"/>
                </a:lnTo>
                <a:lnTo>
                  <a:pt x="398" y="247"/>
                </a:lnTo>
                <a:lnTo>
                  <a:pt x="391" y="249"/>
                </a:lnTo>
                <a:lnTo>
                  <a:pt x="386" y="251"/>
                </a:lnTo>
                <a:lnTo>
                  <a:pt x="386" y="251"/>
                </a:lnTo>
                <a:lnTo>
                  <a:pt x="382" y="258"/>
                </a:lnTo>
                <a:lnTo>
                  <a:pt x="381" y="264"/>
                </a:lnTo>
                <a:lnTo>
                  <a:pt x="382" y="271"/>
                </a:lnTo>
                <a:lnTo>
                  <a:pt x="386" y="276"/>
                </a:lnTo>
                <a:lnTo>
                  <a:pt x="464" y="354"/>
                </a:lnTo>
                <a:lnTo>
                  <a:pt x="464" y="354"/>
                </a:lnTo>
                <a:lnTo>
                  <a:pt x="467" y="357"/>
                </a:lnTo>
                <a:lnTo>
                  <a:pt x="470" y="363"/>
                </a:lnTo>
                <a:lnTo>
                  <a:pt x="471" y="367"/>
                </a:lnTo>
                <a:lnTo>
                  <a:pt x="471" y="372"/>
                </a:lnTo>
                <a:lnTo>
                  <a:pt x="471" y="377"/>
                </a:lnTo>
                <a:lnTo>
                  <a:pt x="470" y="382"/>
                </a:lnTo>
                <a:lnTo>
                  <a:pt x="467" y="386"/>
                </a:lnTo>
                <a:lnTo>
                  <a:pt x="464" y="390"/>
                </a:lnTo>
                <a:lnTo>
                  <a:pt x="464" y="390"/>
                </a:lnTo>
                <a:lnTo>
                  <a:pt x="460" y="394"/>
                </a:lnTo>
                <a:lnTo>
                  <a:pt x="456" y="395"/>
                </a:lnTo>
                <a:lnTo>
                  <a:pt x="451" y="396"/>
                </a:lnTo>
                <a:lnTo>
                  <a:pt x="446" y="398"/>
                </a:lnTo>
                <a:lnTo>
                  <a:pt x="442" y="396"/>
                </a:lnTo>
                <a:lnTo>
                  <a:pt x="437" y="395"/>
                </a:lnTo>
                <a:lnTo>
                  <a:pt x="431" y="394"/>
                </a:lnTo>
                <a:lnTo>
                  <a:pt x="428" y="390"/>
                </a:lnTo>
                <a:lnTo>
                  <a:pt x="350" y="312"/>
                </a:lnTo>
                <a:lnTo>
                  <a:pt x="350" y="312"/>
                </a:lnTo>
                <a:lnTo>
                  <a:pt x="345" y="308"/>
                </a:lnTo>
                <a:lnTo>
                  <a:pt x="339" y="307"/>
                </a:lnTo>
                <a:lnTo>
                  <a:pt x="332" y="308"/>
                </a:lnTo>
                <a:lnTo>
                  <a:pt x="327" y="312"/>
                </a:lnTo>
                <a:lnTo>
                  <a:pt x="327" y="312"/>
                </a:lnTo>
                <a:lnTo>
                  <a:pt x="323" y="317"/>
                </a:lnTo>
                <a:lnTo>
                  <a:pt x="322" y="324"/>
                </a:lnTo>
                <a:lnTo>
                  <a:pt x="323" y="330"/>
                </a:lnTo>
                <a:lnTo>
                  <a:pt x="327" y="335"/>
                </a:lnTo>
                <a:lnTo>
                  <a:pt x="404" y="415"/>
                </a:lnTo>
                <a:lnTo>
                  <a:pt x="404" y="415"/>
                </a:lnTo>
                <a:lnTo>
                  <a:pt x="407" y="418"/>
                </a:lnTo>
                <a:lnTo>
                  <a:pt x="410" y="422"/>
                </a:lnTo>
                <a:lnTo>
                  <a:pt x="411" y="428"/>
                </a:lnTo>
                <a:lnTo>
                  <a:pt x="412" y="433"/>
                </a:lnTo>
                <a:lnTo>
                  <a:pt x="411" y="437"/>
                </a:lnTo>
                <a:lnTo>
                  <a:pt x="410" y="442"/>
                </a:lnTo>
                <a:lnTo>
                  <a:pt x="407" y="446"/>
                </a:lnTo>
                <a:lnTo>
                  <a:pt x="404" y="450"/>
                </a:lnTo>
                <a:lnTo>
                  <a:pt x="404" y="450"/>
                </a:lnTo>
                <a:lnTo>
                  <a:pt x="401" y="453"/>
                </a:lnTo>
                <a:lnTo>
                  <a:pt x="395" y="456"/>
                </a:lnTo>
                <a:lnTo>
                  <a:pt x="391" y="457"/>
                </a:lnTo>
                <a:lnTo>
                  <a:pt x="386" y="457"/>
                </a:lnTo>
                <a:lnTo>
                  <a:pt x="386" y="457"/>
                </a:lnTo>
                <a:lnTo>
                  <a:pt x="381" y="457"/>
                </a:lnTo>
                <a:lnTo>
                  <a:pt x="376" y="455"/>
                </a:lnTo>
                <a:lnTo>
                  <a:pt x="372" y="453"/>
                </a:lnTo>
                <a:lnTo>
                  <a:pt x="368" y="450"/>
                </a:lnTo>
                <a:lnTo>
                  <a:pt x="359" y="442"/>
                </a:lnTo>
                <a:lnTo>
                  <a:pt x="350" y="431"/>
                </a:lnTo>
                <a:lnTo>
                  <a:pt x="350" y="431"/>
                </a:lnTo>
                <a:lnTo>
                  <a:pt x="349" y="420"/>
                </a:lnTo>
                <a:lnTo>
                  <a:pt x="345" y="409"/>
                </a:lnTo>
                <a:lnTo>
                  <a:pt x="340" y="399"/>
                </a:lnTo>
                <a:lnTo>
                  <a:pt x="332" y="390"/>
                </a:lnTo>
                <a:lnTo>
                  <a:pt x="332" y="390"/>
                </a:lnTo>
                <a:lnTo>
                  <a:pt x="323" y="382"/>
                </a:lnTo>
                <a:lnTo>
                  <a:pt x="313" y="377"/>
                </a:lnTo>
                <a:lnTo>
                  <a:pt x="303" y="373"/>
                </a:lnTo>
                <a:lnTo>
                  <a:pt x="290" y="373"/>
                </a:lnTo>
                <a:lnTo>
                  <a:pt x="290" y="373"/>
                </a:lnTo>
                <a:lnTo>
                  <a:pt x="290" y="360"/>
                </a:lnTo>
                <a:lnTo>
                  <a:pt x="286" y="350"/>
                </a:lnTo>
                <a:lnTo>
                  <a:pt x="281" y="339"/>
                </a:lnTo>
                <a:lnTo>
                  <a:pt x="273" y="330"/>
                </a:lnTo>
                <a:lnTo>
                  <a:pt x="273" y="330"/>
                </a:lnTo>
                <a:lnTo>
                  <a:pt x="264" y="322"/>
                </a:lnTo>
                <a:lnTo>
                  <a:pt x="254" y="317"/>
                </a:lnTo>
                <a:lnTo>
                  <a:pt x="242" y="313"/>
                </a:lnTo>
                <a:lnTo>
                  <a:pt x="231" y="312"/>
                </a:lnTo>
                <a:lnTo>
                  <a:pt x="231" y="312"/>
                </a:lnTo>
                <a:lnTo>
                  <a:pt x="229" y="300"/>
                </a:lnTo>
                <a:lnTo>
                  <a:pt x="225" y="289"/>
                </a:lnTo>
                <a:lnTo>
                  <a:pt x="220" y="278"/>
                </a:lnTo>
                <a:lnTo>
                  <a:pt x="214" y="269"/>
                </a:lnTo>
                <a:lnTo>
                  <a:pt x="205" y="263"/>
                </a:lnTo>
                <a:lnTo>
                  <a:pt x="194" y="256"/>
                </a:lnTo>
                <a:lnTo>
                  <a:pt x="183" y="254"/>
                </a:lnTo>
                <a:lnTo>
                  <a:pt x="171" y="252"/>
                </a:lnTo>
                <a:lnTo>
                  <a:pt x="171" y="252"/>
                </a:lnTo>
                <a:lnTo>
                  <a:pt x="170" y="241"/>
                </a:lnTo>
                <a:lnTo>
                  <a:pt x="166" y="229"/>
                </a:lnTo>
                <a:lnTo>
                  <a:pt x="161" y="219"/>
                </a:lnTo>
                <a:lnTo>
                  <a:pt x="153" y="210"/>
                </a:lnTo>
                <a:lnTo>
                  <a:pt x="153" y="210"/>
                </a:lnTo>
                <a:lnTo>
                  <a:pt x="144" y="202"/>
                </a:lnTo>
                <a:lnTo>
                  <a:pt x="134" y="197"/>
                </a:lnTo>
                <a:lnTo>
                  <a:pt x="124" y="193"/>
                </a:lnTo>
                <a:lnTo>
                  <a:pt x="112" y="193"/>
                </a:lnTo>
                <a:lnTo>
                  <a:pt x="100" y="193"/>
                </a:lnTo>
                <a:lnTo>
                  <a:pt x="90" y="197"/>
                </a:lnTo>
                <a:lnTo>
                  <a:pt x="80" y="202"/>
                </a:lnTo>
                <a:lnTo>
                  <a:pt x="70" y="210"/>
                </a:lnTo>
                <a:lnTo>
                  <a:pt x="40" y="239"/>
                </a:lnTo>
                <a:lnTo>
                  <a:pt x="0" y="199"/>
                </a:lnTo>
                <a:lnTo>
                  <a:pt x="198" y="0"/>
                </a:lnTo>
                <a:lnTo>
                  <a:pt x="198" y="0"/>
                </a:lnTo>
                <a:lnTo>
                  <a:pt x="215" y="2"/>
                </a:lnTo>
                <a:lnTo>
                  <a:pt x="231" y="7"/>
                </a:lnTo>
                <a:lnTo>
                  <a:pt x="243" y="14"/>
                </a:lnTo>
                <a:lnTo>
                  <a:pt x="255" y="23"/>
                </a:lnTo>
                <a:lnTo>
                  <a:pt x="207" y="71"/>
                </a:lnTo>
                <a:lnTo>
                  <a:pt x="207" y="71"/>
                </a:lnTo>
                <a:lnTo>
                  <a:pt x="198" y="83"/>
                </a:lnTo>
                <a:lnTo>
                  <a:pt x="192" y="94"/>
                </a:lnTo>
                <a:lnTo>
                  <a:pt x="189" y="107"/>
                </a:lnTo>
                <a:lnTo>
                  <a:pt x="188" y="120"/>
                </a:lnTo>
                <a:lnTo>
                  <a:pt x="189" y="133"/>
                </a:lnTo>
                <a:lnTo>
                  <a:pt x="192" y="145"/>
                </a:lnTo>
                <a:lnTo>
                  <a:pt x="198" y="156"/>
                </a:lnTo>
                <a:lnTo>
                  <a:pt x="207" y="168"/>
                </a:lnTo>
                <a:lnTo>
                  <a:pt x="207" y="168"/>
                </a:lnTo>
                <a:lnTo>
                  <a:pt x="218" y="176"/>
                </a:lnTo>
                <a:lnTo>
                  <a:pt x="229" y="182"/>
                </a:lnTo>
                <a:lnTo>
                  <a:pt x="242" y="186"/>
                </a:lnTo>
                <a:lnTo>
                  <a:pt x="255" y="188"/>
                </a:lnTo>
                <a:lnTo>
                  <a:pt x="268" y="186"/>
                </a:lnTo>
                <a:lnTo>
                  <a:pt x="281" y="182"/>
                </a:lnTo>
                <a:lnTo>
                  <a:pt x="292" y="176"/>
                </a:lnTo>
                <a:lnTo>
                  <a:pt x="303" y="168"/>
                </a:lnTo>
                <a:lnTo>
                  <a:pt x="350" y="120"/>
                </a:lnTo>
                <a:lnTo>
                  <a:pt x="350" y="120"/>
                </a:lnTo>
                <a:lnTo>
                  <a:pt x="524" y="294"/>
                </a:lnTo>
                <a:lnTo>
                  <a:pt x="524" y="294"/>
                </a:lnTo>
                <a:lnTo>
                  <a:pt x="527" y="298"/>
                </a:lnTo>
                <a:lnTo>
                  <a:pt x="529" y="302"/>
                </a:lnTo>
                <a:lnTo>
                  <a:pt x="531" y="307"/>
                </a:lnTo>
                <a:lnTo>
                  <a:pt x="531" y="312"/>
                </a:lnTo>
                <a:lnTo>
                  <a:pt x="531" y="317"/>
                </a:lnTo>
                <a:lnTo>
                  <a:pt x="529" y="321"/>
                </a:lnTo>
                <a:lnTo>
                  <a:pt x="527" y="326"/>
                </a:lnTo>
                <a:lnTo>
                  <a:pt x="524" y="330"/>
                </a:lnTo>
                <a:lnTo>
                  <a:pt x="524" y="3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3" name="Freeform 64">
            <a:extLst>
              <a:ext uri="{FF2B5EF4-FFF2-40B4-BE49-F238E27FC236}">
                <a16:creationId xmlns:a16="http://schemas.microsoft.com/office/drawing/2014/main" id="{31990363-A5EF-535A-1EB4-4DF56B72F1D4}"/>
              </a:ext>
            </a:extLst>
          </p:cNvPr>
          <p:cNvSpPr>
            <a:spLocks/>
          </p:cNvSpPr>
          <p:nvPr/>
        </p:nvSpPr>
        <p:spPr bwMode="auto">
          <a:xfrm>
            <a:off x="6058235" y="2382876"/>
            <a:ext cx="249764" cy="170381"/>
          </a:xfrm>
          <a:custGeom>
            <a:avLst/>
            <a:gdLst>
              <a:gd name="T0" fmla="*/ 296 w 387"/>
              <a:gd name="T1" fmla="*/ 264 h 264"/>
              <a:gd name="T2" fmla="*/ 153 w 387"/>
              <a:gd name="T3" fmla="*/ 121 h 264"/>
              <a:gd name="T4" fmla="*/ 164 w 387"/>
              <a:gd name="T5" fmla="*/ 109 h 264"/>
              <a:gd name="T6" fmla="*/ 164 w 387"/>
              <a:gd name="T7" fmla="*/ 109 h 264"/>
              <a:gd name="T8" fmla="*/ 168 w 387"/>
              <a:gd name="T9" fmla="*/ 102 h 264"/>
              <a:gd name="T10" fmla="*/ 169 w 387"/>
              <a:gd name="T11" fmla="*/ 96 h 264"/>
              <a:gd name="T12" fmla="*/ 168 w 387"/>
              <a:gd name="T13" fmla="*/ 91 h 264"/>
              <a:gd name="T14" fmla="*/ 164 w 387"/>
              <a:gd name="T15" fmla="*/ 84 h 264"/>
              <a:gd name="T16" fmla="*/ 164 w 387"/>
              <a:gd name="T17" fmla="*/ 84 h 264"/>
              <a:gd name="T18" fmla="*/ 159 w 387"/>
              <a:gd name="T19" fmla="*/ 80 h 264"/>
              <a:gd name="T20" fmla="*/ 153 w 387"/>
              <a:gd name="T21" fmla="*/ 79 h 264"/>
              <a:gd name="T22" fmla="*/ 146 w 387"/>
              <a:gd name="T23" fmla="*/ 80 h 264"/>
              <a:gd name="T24" fmla="*/ 140 w 387"/>
              <a:gd name="T25" fmla="*/ 84 h 264"/>
              <a:gd name="T26" fmla="*/ 57 w 387"/>
              <a:gd name="T27" fmla="*/ 168 h 264"/>
              <a:gd name="T28" fmla="*/ 57 w 387"/>
              <a:gd name="T29" fmla="*/ 168 h 264"/>
              <a:gd name="T30" fmla="*/ 51 w 387"/>
              <a:gd name="T31" fmla="*/ 172 h 264"/>
              <a:gd name="T32" fmla="*/ 46 w 387"/>
              <a:gd name="T33" fmla="*/ 176 h 264"/>
              <a:gd name="T34" fmla="*/ 39 w 387"/>
              <a:gd name="T35" fmla="*/ 178 h 264"/>
              <a:gd name="T36" fmla="*/ 33 w 387"/>
              <a:gd name="T37" fmla="*/ 179 h 264"/>
              <a:gd name="T38" fmla="*/ 27 w 387"/>
              <a:gd name="T39" fmla="*/ 178 h 264"/>
              <a:gd name="T40" fmla="*/ 20 w 387"/>
              <a:gd name="T41" fmla="*/ 176 h 264"/>
              <a:gd name="T42" fmla="*/ 15 w 387"/>
              <a:gd name="T43" fmla="*/ 172 h 264"/>
              <a:gd name="T44" fmla="*/ 9 w 387"/>
              <a:gd name="T45" fmla="*/ 168 h 264"/>
              <a:gd name="T46" fmla="*/ 9 w 387"/>
              <a:gd name="T47" fmla="*/ 168 h 264"/>
              <a:gd name="T48" fmla="*/ 5 w 387"/>
              <a:gd name="T49" fmla="*/ 163 h 264"/>
              <a:gd name="T50" fmla="*/ 2 w 387"/>
              <a:gd name="T51" fmla="*/ 157 h 264"/>
              <a:gd name="T52" fmla="*/ 0 w 387"/>
              <a:gd name="T53" fmla="*/ 152 h 264"/>
              <a:gd name="T54" fmla="*/ 0 w 387"/>
              <a:gd name="T55" fmla="*/ 145 h 264"/>
              <a:gd name="T56" fmla="*/ 0 w 387"/>
              <a:gd name="T57" fmla="*/ 139 h 264"/>
              <a:gd name="T58" fmla="*/ 2 w 387"/>
              <a:gd name="T59" fmla="*/ 132 h 264"/>
              <a:gd name="T60" fmla="*/ 5 w 387"/>
              <a:gd name="T61" fmla="*/ 126 h 264"/>
              <a:gd name="T62" fmla="*/ 9 w 387"/>
              <a:gd name="T63" fmla="*/ 121 h 264"/>
              <a:gd name="T64" fmla="*/ 9 w 387"/>
              <a:gd name="T65" fmla="*/ 121 h 264"/>
              <a:gd name="T66" fmla="*/ 78 w 387"/>
              <a:gd name="T67" fmla="*/ 52 h 264"/>
              <a:gd name="T68" fmla="*/ 78 w 387"/>
              <a:gd name="T69" fmla="*/ 52 h 264"/>
              <a:gd name="T70" fmla="*/ 86 w 387"/>
              <a:gd name="T71" fmla="*/ 44 h 264"/>
              <a:gd name="T72" fmla="*/ 94 w 387"/>
              <a:gd name="T73" fmla="*/ 39 h 264"/>
              <a:gd name="T74" fmla="*/ 103 w 387"/>
              <a:gd name="T75" fmla="*/ 34 h 264"/>
              <a:gd name="T76" fmla="*/ 112 w 387"/>
              <a:gd name="T77" fmla="*/ 30 h 264"/>
              <a:gd name="T78" fmla="*/ 121 w 387"/>
              <a:gd name="T79" fmla="*/ 26 h 264"/>
              <a:gd name="T80" fmla="*/ 132 w 387"/>
              <a:gd name="T81" fmla="*/ 25 h 264"/>
              <a:gd name="T82" fmla="*/ 142 w 387"/>
              <a:gd name="T83" fmla="*/ 23 h 264"/>
              <a:gd name="T84" fmla="*/ 155 w 387"/>
              <a:gd name="T85" fmla="*/ 22 h 264"/>
              <a:gd name="T86" fmla="*/ 155 w 387"/>
              <a:gd name="T87" fmla="*/ 22 h 264"/>
              <a:gd name="T88" fmla="*/ 172 w 387"/>
              <a:gd name="T89" fmla="*/ 21 h 264"/>
              <a:gd name="T90" fmla="*/ 189 w 387"/>
              <a:gd name="T91" fmla="*/ 17 h 264"/>
              <a:gd name="T92" fmla="*/ 204 w 387"/>
              <a:gd name="T93" fmla="*/ 10 h 264"/>
              <a:gd name="T94" fmla="*/ 218 w 387"/>
              <a:gd name="T95" fmla="*/ 0 h 264"/>
              <a:gd name="T96" fmla="*/ 387 w 387"/>
              <a:gd name="T97" fmla="*/ 174 h 264"/>
              <a:gd name="T98" fmla="*/ 387 w 387"/>
              <a:gd name="T99" fmla="*/ 174 h 264"/>
              <a:gd name="T100" fmla="*/ 296 w 387"/>
              <a:gd name="T101" fmla="*/ 264 h 264"/>
              <a:gd name="T102" fmla="*/ 296 w 387"/>
              <a:gd name="T103" fmla="*/ 264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387" h="264">
                <a:moveTo>
                  <a:pt x="296" y="264"/>
                </a:moveTo>
                <a:lnTo>
                  <a:pt x="153" y="121"/>
                </a:lnTo>
                <a:lnTo>
                  <a:pt x="164" y="109"/>
                </a:lnTo>
                <a:lnTo>
                  <a:pt x="164" y="109"/>
                </a:lnTo>
                <a:lnTo>
                  <a:pt x="168" y="102"/>
                </a:lnTo>
                <a:lnTo>
                  <a:pt x="169" y="96"/>
                </a:lnTo>
                <a:lnTo>
                  <a:pt x="168" y="91"/>
                </a:lnTo>
                <a:lnTo>
                  <a:pt x="164" y="84"/>
                </a:lnTo>
                <a:lnTo>
                  <a:pt x="164" y="84"/>
                </a:lnTo>
                <a:lnTo>
                  <a:pt x="159" y="80"/>
                </a:lnTo>
                <a:lnTo>
                  <a:pt x="153" y="79"/>
                </a:lnTo>
                <a:lnTo>
                  <a:pt x="146" y="80"/>
                </a:lnTo>
                <a:lnTo>
                  <a:pt x="140" y="84"/>
                </a:lnTo>
                <a:lnTo>
                  <a:pt x="57" y="168"/>
                </a:lnTo>
                <a:lnTo>
                  <a:pt x="57" y="168"/>
                </a:lnTo>
                <a:lnTo>
                  <a:pt x="51" y="172"/>
                </a:lnTo>
                <a:lnTo>
                  <a:pt x="46" y="176"/>
                </a:lnTo>
                <a:lnTo>
                  <a:pt x="39" y="178"/>
                </a:lnTo>
                <a:lnTo>
                  <a:pt x="33" y="179"/>
                </a:lnTo>
                <a:lnTo>
                  <a:pt x="27" y="178"/>
                </a:lnTo>
                <a:lnTo>
                  <a:pt x="20" y="176"/>
                </a:lnTo>
                <a:lnTo>
                  <a:pt x="15" y="172"/>
                </a:lnTo>
                <a:lnTo>
                  <a:pt x="9" y="168"/>
                </a:lnTo>
                <a:lnTo>
                  <a:pt x="9" y="168"/>
                </a:lnTo>
                <a:lnTo>
                  <a:pt x="5" y="163"/>
                </a:lnTo>
                <a:lnTo>
                  <a:pt x="2" y="157"/>
                </a:lnTo>
                <a:lnTo>
                  <a:pt x="0" y="152"/>
                </a:lnTo>
                <a:lnTo>
                  <a:pt x="0" y="145"/>
                </a:lnTo>
                <a:lnTo>
                  <a:pt x="0" y="139"/>
                </a:lnTo>
                <a:lnTo>
                  <a:pt x="2" y="132"/>
                </a:lnTo>
                <a:lnTo>
                  <a:pt x="5" y="126"/>
                </a:lnTo>
                <a:lnTo>
                  <a:pt x="9" y="121"/>
                </a:lnTo>
                <a:lnTo>
                  <a:pt x="9" y="121"/>
                </a:lnTo>
                <a:lnTo>
                  <a:pt x="78" y="52"/>
                </a:lnTo>
                <a:lnTo>
                  <a:pt x="78" y="52"/>
                </a:lnTo>
                <a:lnTo>
                  <a:pt x="86" y="44"/>
                </a:lnTo>
                <a:lnTo>
                  <a:pt x="94" y="39"/>
                </a:lnTo>
                <a:lnTo>
                  <a:pt x="103" y="34"/>
                </a:lnTo>
                <a:lnTo>
                  <a:pt x="112" y="30"/>
                </a:lnTo>
                <a:lnTo>
                  <a:pt x="121" y="26"/>
                </a:lnTo>
                <a:lnTo>
                  <a:pt x="132" y="25"/>
                </a:lnTo>
                <a:lnTo>
                  <a:pt x="142" y="23"/>
                </a:lnTo>
                <a:lnTo>
                  <a:pt x="155" y="22"/>
                </a:lnTo>
                <a:lnTo>
                  <a:pt x="155" y="22"/>
                </a:lnTo>
                <a:lnTo>
                  <a:pt x="172" y="21"/>
                </a:lnTo>
                <a:lnTo>
                  <a:pt x="189" y="17"/>
                </a:lnTo>
                <a:lnTo>
                  <a:pt x="204" y="10"/>
                </a:lnTo>
                <a:lnTo>
                  <a:pt x="218" y="0"/>
                </a:lnTo>
                <a:lnTo>
                  <a:pt x="387" y="174"/>
                </a:lnTo>
                <a:lnTo>
                  <a:pt x="387" y="174"/>
                </a:lnTo>
                <a:lnTo>
                  <a:pt x="296" y="264"/>
                </a:lnTo>
                <a:lnTo>
                  <a:pt x="296" y="26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4" name="Freeform 65">
            <a:extLst>
              <a:ext uri="{FF2B5EF4-FFF2-40B4-BE49-F238E27FC236}">
                <a16:creationId xmlns:a16="http://schemas.microsoft.com/office/drawing/2014/main" id="{72ADC1AB-7E91-3940-9A27-6A53B7228362}"/>
              </a:ext>
            </a:extLst>
          </p:cNvPr>
          <p:cNvSpPr>
            <a:spLocks/>
          </p:cNvSpPr>
          <p:nvPr/>
        </p:nvSpPr>
        <p:spPr bwMode="auto">
          <a:xfrm>
            <a:off x="6215063" y="2330599"/>
            <a:ext cx="149084" cy="147147"/>
          </a:xfrm>
          <a:custGeom>
            <a:avLst/>
            <a:gdLst>
              <a:gd name="T0" fmla="*/ 167 w 229"/>
              <a:gd name="T1" fmla="*/ 230 h 230"/>
              <a:gd name="T2" fmla="*/ 0 w 229"/>
              <a:gd name="T3" fmla="*/ 58 h 230"/>
              <a:gd name="T4" fmla="*/ 62 w 229"/>
              <a:gd name="T5" fmla="*/ 0 h 230"/>
              <a:gd name="T6" fmla="*/ 229 w 229"/>
              <a:gd name="T7" fmla="*/ 169 h 230"/>
              <a:gd name="T8" fmla="*/ 167 w 229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9" h="230">
                <a:moveTo>
                  <a:pt x="167" y="230"/>
                </a:moveTo>
                <a:lnTo>
                  <a:pt x="0" y="58"/>
                </a:lnTo>
                <a:lnTo>
                  <a:pt x="62" y="0"/>
                </a:lnTo>
                <a:lnTo>
                  <a:pt x="229" y="169"/>
                </a:lnTo>
                <a:lnTo>
                  <a:pt x="167" y="2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115" name="Line 66">
            <a:extLst>
              <a:ext uri="{FF2B5EF4-FFF2-40B4-BE49-F238E27FC236}">
                <a16:creationId xmlns:a16="http://schemas.microsoft.com/office/drawing/2014/main" id="{70338874-185F-2AF4-D2B0-84012B166A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3487" y="2477746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4008ACF-998D-8AEC-9C74-65DEC7841B39}"/>
              </a:ext>
            </a:extLst>
          </p:cNvPr>
          <p:cNvGrpSpPr/>
          <p:nvPr/>
        </p:nvGrpSpPr>
        <p:grpSpPr>
          <a:xfrm>
            <a:off x="10628825" y="2177357"/>
            <a:ext cx="498003" cy="464923"/>
            <a:chOff x="8956675" y="1285875"/>
            <a:chExt cx="376238" cy="406401"/>
          </a:xfrm>
        </p:grpSpPr>
        <p:sp>
          <p:nvSpPr>
            <p:cNvPr id="124" name="Freeform 70">
              <a:extLst>
                <a:ext uri="{FF2B5EF4-FFF2-40B4-BE49-F238E27FC236}">
                  <a16:creationId xmlns:a16="http://schemas.microsoft.com/office/drawing/2014/main" id="{069288C5-0EBB-BC33-0A97-691A300DE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6675" y="1285875"/>
              <a:ext cx="376238" cy="317500"/>
            </a:xfrm>
            <a:custGeom>
              <a:avLst/>
              <a:gdLst>
                <a:gd name="T0" fmla="*/ 195 w 226"/>
                <a:gd name="T1" fmla="*/ 191 h 191"/>
                <a:gd name="T2" fmla="*/ 204 w 226"/>
                <a:gd name="T3" fmla="*/ 181 h 191"/>
                <a:gd name="T4" fmla="*/ 187 w 226"/>
                <a:gd name="T5" fmla="*/ 156 h 191"/>
                <a:gd name="T6" fmla="*/ 196 w 226"/>
                <a:gd name="T7" fmla="*/ 134 h 191"/>
                <a:gd name="T8" fmla="*/ 226 w 226"/>
                <a:gd name="T9" fmla="*/ 129 h 191"/>
                <a:gd name="T10" fmla="*/ 226 w 226"/>
                <a:gd name="T11" fmla="*/ 97 h 191"/>
                <a:gd name="T12" fmla="*/ 196 w 226"/>
                <a:gd name="T13" fmla="*/ 92 h 191"/>
                <a:gd name="T14" fmla="*/ 187 w 226"/>
                <a:gd name="T15" fmla="*/ 69 h 191"/>
                <a:gd name="T16" fmla="*/ 204 w 226"/>
                <a:gd name="T17" fmla="*/ 44 h 191"/>
                <a:gd name="T18" fmla="*/ 182 w 226"/>
                <a:gd name="T19" fmla="*/ 22 h 191"/>
                <a:gd name="T20" fmla="*/ 157 w 226"/>
                <a:gd name="T21" fmla="*/ 39 h 191"/>
                <a:gd name="T22" fmla="*/ 134 w 226"/>
                <a:gd name="T23" fmla="*/ 30 h 191"/>
                <a:gd name="T24" fmla="*/ 129 w 226"/>
                <a:gd name="T25" fmla="*/ 0 h 191"/>
                <a:gd name="T26" fmla="*/ 97 w 226"/>
                <a:gd name="T27" fmla="*/ 0 h 191"/>
                <a:gd name="T28" fmla="*/ 92 w 226"/>
                <a:gd name="T29" fmla="*/ 30 h 191"/>
                <a:gd name="T30" fmla="*/ 70 w 226"/>
                <a:gd name="T31" fmla="*/ 39 h 191"/>
                <a:gd name="T32" fmla="*/ 45 w 226"/>
                <a:gd name="T33" fmla="*/ 22 h 191"/>
                <a:gd name="T34" fmla="*/ 22 w 226"/>
                <a:gd name="T35" fmla="*/ 44 h 191"/>
                <a:gd name="T36" fmla="*/ 40 w 226"/>
                <a:gd name="T37" fmla="*/ 69 h 191"/>
                <a:gd name="T38" fmla="*/ 31 w 226"/>
                <a:gd name="T39" fmla="*/ 91 h 191"/>
                <a:gd name="T40" fmla="*/ 0 w 226"/>
                <a:gd name="T41" fmla="*/ 97 h 191"/>
                <a:gd name="T42" fmla="*/ 0 w 226"/>
                <a:gd name="T43" fmla="*/ 129 h 191"/>
                <a:gd name="T44" fmla="*/ 31 w 226"/>
                <a:gd name="T45" fmla="*/ 134 h 191"/>
                <a:gd name="T46" fmla="*/ 40 w 226"/>
                <a:gd name="T47" fmla="*/ 156 h 191"/>
                <a:gd name="T48" fmla="*/ 22 w 226"/>
                <a:gd name="T49" fmla="*/ 181 h 191"/>
                <a:gd name="T50" fmla="*/ 32 w 226"/>
                <a:gd name="T51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6" h="191">
                  <a:moveTo>
                    <a:pt x="195" y="191"/>
                  </a:moveTo>
                  <a:cubicBezTo>
                    <a:pt x="204" y="181"/>
                    <a:pt x="204" y="181"/>
                    <a:pt x="204" y="181"/>
                  </a:cubicBezTo>
                  <a:cubicBezTo>
                    <a:pt x="187" y="156"/>
                    <a:pt x="187" y="156"/>
                    <a:pt x="187" y="156"/>
                  </a:cubicBezTo>
                  <a:cubicBezTo>
                    <a:pt x="191" y="149"/>
                    <a:pt x="194" y="142"/>
                    <a:pt x="196" y="134"/>
                  </a:cubicBezTo>
                  <a:cubicBezTo>
                    <a:pt x="226" y="129"/>
                    <a:pt x="226" y="129"/>
                    <a:pt x="226" y="129"/>
                  </a:cubicBezTo>
                  <a:cubicBezTo>
                    <a:pt x="226" y="97"/>
                    <a:pt x="226" y="97"/>
                    <a:pt x="226" y="97"/>
                  </a:cubicBezTo>
                  <a:cubicBezTo>
                    <a:pt x="196" y="92"/>
                    <a:pt x="196" y="92"/>
                    <a:pt x="196" y="92"/>
                  </a:cubicBezTo>
                  <a:cubicBezTo>
                    <a:pt x="194" y="84"/>
                    <a:pt x="191" y="76"/>
                    <a:pt x="187" y="69"/>
                  </a:cubicBezTo>
                  <a:cubicBezTo>
                    <a:pt x="204" y="44"/>
                    <a:pt x="204" y="44"/>
                    <a:pt x="204" y="44"/>
                  </a:cubicBezTo>
                  <a:cubicBezTo>
                    <a:pt x="182" y="22"/>
                    <a:pt x="182" y="22"/>
                    <a:pt x="182" y="22"/>
                  </a:cubicBezTo>
                  <a:cubicBezTo>
                    <a:pt x="157" y="39"/>
                    <a:pt x="157" y="39"/>
                    <a:pt x="157" y="39"/>
                  </a:cubicBezTo>
                  <a:cubicBezTo>
                    <a:pt x="150" y="35"/>
                    <a:pt x="142" y="32"/>
                    <a:pt x="134" y="3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92" y="30"/>
                    <a:pt x="92" y="30"/>
                    <a:pt x="92" y="30"/>
                  </a:cubicBezTo>
                  <a:cubicBezTo>
                    <a:pt x="84" y="32"/>
                    <a:pt x="77" y="35"/>
                    <a:pt x="70" y="39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40" y="69"/>
                    <a:pt x="40" y="69"/>
                    <a:pt x="40" y="69"/>
                  </a:cubicBezTo>
                  <a:cubicBezTo>
                    <a:pt x="36" y="76"/>
                    <a:pt x="33" y="84"/>
                    <a:pt x="31" y="9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31" y="134"/>
                    <a:pt x="31" y="134"/>
                    <a:pt x="31" y="134"/>
                  </a:cubicBezTo>
                  <a:cubicBezTo>
                    <a:pt x="33" y="142"/>
                    <a:pt x="36" y="149"/>
                    <a:pt x="40" y="156"/>
                  </a:cubicBezTo>
                  <a:cubicBezTo>
                    <a:pt x="22" y="181"/>
                    <a:pt x="22" y="181"/>
                    <a:pt x="22" y="181"/>
                  </a:cubicBezTo>
                  <a:cubicBezTo>
                    <a:pt x="32" y="191"/>
                    <a:pt x="32" y="191"/>
                    <a:pt x="32" y="191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5" name="Line 71">
              <a:extLst>
                <a:ext uri="{FF2B5EF4-FFF2-40B4-BE49-F238E27FC236}">
                  <a16:creationId xmlns:a16="http://schemas.microsoft.com/office/drawing/2014/main" id="{D1402381-C247-A82C-F2BC-E7F064DA5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5588" y="1587500"/>
              <a:ext cx="0" cy="104775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6" name="Freeform 72">
              <a:extLst>
                <a:ext uri="{FF2B5EF4-FFF2-40B4-BE49-F238E27FC236}">
                  <a16:creationId xmlns:a16="http://schemas.microsoft.com/office/drawing/2014/main" id="{88BF1444-75EC-D22D-8AF6-0CC0D0391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0813" y="1579563"/>
              <a:ext cx="66675" cy="112713"/>
            </a:xfrm>
            <a:custGeom>
              <a:avLst/>
              <a:gdLst>
                <a:gd name="T0" fmla="*/ 41 w 41"/>
                <a:gd name="T1" fmla="*/ 68 h 68"/>
                <a:gd name="T2" fmla="*/ 35 w 41"/>
                <a:gd name="T3" fmla="*/ 0 h 68"/>
                <a:gd name="T4" fmla="*/ 24 w 41"/>
                <a:gd name="T5" fmla="*/ 4 h 68"/>
                <a:gd name="T6" fmla="*/ 0 w 41"/>
                <a:gd name="T7" fmla="*/ 29 h 68"/>
                <a:gd name="T8" fmla="*/ 0 w 41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8">
                  <a:moveTo>
                    <a:pt x="41" y="68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0" y="10"/>
                    <a:pt x="0" y="29"/>
                  </a:cubicBezTo>
                  <a:cubicBezTo>
                    <a:pt x="0" y="68"/>
                    <a:pt x="0" y="68"/>
                    <a:pt x="0" y="68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7" name="Freeform 73">
              <a:extLst>
                <a:ext uri="{FF2B5EF4-FFF2-40B4-BE49-F238E27FC236}">
                  <a16:creationId xmlns:a16="http://schemas.microsoft.com/office/drawing/2014/main" id="{49940A68-C4AA-58CB-3AB5-15A9C38AA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2100" y="1579563"/>
              <a:ext cx="66675" cy="112713"/>
            </a:xfrm>
            <a:custGeom>
              <a:avLst/>
              <a:gdLst>
                <a:gd name="T0" fmla="*/ 0 w 41"/>
                <a:gd name="T1" fmla="*/ 68 h 68"/>
                <a:gd name="T2" fmla="*/ 6 w 41"/>
                <a:gd name="T3" fmla="*/ 0 h 68"/>
                <a:gd name="T4" fmla="*/ 18 w 41"/>
                <a:gd name="T5" fmla="*/ 4 h 68"/>
                <a:gd name="T6" fmla="*/ 41 w 41"/>
                <a:gd name="T7" fmla="*/ 29 h 68"/>
                <a:gd name="T8" fmla="*/ 41 w 41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8">
                  <a:moveTo>
                    <a:pt x="0" y="68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41" y="10"/>
                    <a:pt x="41" y="29"/>
                  </a:cubicBezTo>
                  <a:cubicBezTo>
                    <a:pt x="41" y="68"/>
                    <a:pt x="41" y="68"/>
                    <a:pt x="41" y="68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8" name="Freeform 74">
              <a:extLst>
                <a:ext uri="{FF2B5EF4-FFF2-40B4-BE49-F238E27FC236}">
                  <a16:creationId xmlns:a16="http://schemas.microsoft.com/office/drawing/2014/main" id="{B9F9A70F-B146-EB2A-C06B-EF289284A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0025" y="1416050"/>
              <a:ext cx="111125" cy="141288"/>
            </a:xfrm>
            <a:custGeom>
              <a:avLst/>
              <a:gdLst>
                <a:gd name="T0" fmla="*/ 33 w 67"/>
                <a:gd name="T1" fmla="*/ 0 h 85"/>
                <a:gd name="T2" fmla="*/ 2 w 67"/>
                <a:gd name="T3" fmla="*/ 42 h 85"/>
                <a:gd name="T4" fmla="*/ 33 w 67"/>
                <a:gd name="T5" fmla="*/ 85 h 85"/>
                <a:gd name="T6" fmla="*/ 65 w 67"/>
                <a:gd name="T7" fmla="*/ 42 h 85"/>
                <a:gd name="T8" fmla="*/ 33 w 67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5">
                  <a:moveTo>
                    <a:pt x="33" y="0"/>
                  </a:moveTo>
                  <a:cubicBezTo>
                    <a:pt x="1" y="0"/>
                    <a:pt x="0" y="19"/>
                    <a:pt x="2" y="42"/>
                  </a:cubicBezTo>
                  <a:cubicBezTo>
                    <a:pt x="4" y="66"/>
                    <a:pt x="19" y="85"/>
                    <a:pt x="33" y="85"/>
                  </a:cubicBezTo>
                  <a:cubicBezTo>
                    <a:pt x="48" y="85"/>
                    <a:pt x="62" y="66"/>
                    <a:pt x="65" y="42"/>
                  </a:cubicBezTo>
                  <a:cubicBezTo>
                    <a:pt x="67" y="19"/>
                    <a:pt x="65" y="0"/>
                    <a:pt x="33" y="0"/>
                  </a:cubicBezTo>
                  <a:close/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9" name="Freeform 75">
              <a:extLst>
                <a:ext uri="{FF2B5EF4-FFF2-40B4-BE49-F238E27FC236}">
                  <a16:creationId xmlns:a16="http://schemas.microsoft.com/office/drawing/2014/main" id="{0094CE75-B326-3F41-55EF-DE13B2CC9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4950" y="1455738"/>
              <a:ext cx="34925" cy="19050"/>
            </a:xfrm>
            <a:custGeom>
              <a:avLst/>
              <a:gdLst>
                <a:gd name="T0" fmla="*/ 21 w 21"/>
                <a:gd name="T1" fmla="*/ 0 h 11"/>
                <a:gd name="T2" fmla="*/ 0 w 21"/>
                <a:gd name="T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" h="11">
                  <a:moveTo>
                    <a:pt x="21" y="0"/>
                  </a:moveTo>
                  <a:cubicBezTo>
                    <a:pt x="21" y="0"/>
                    <a:pt x="18" y="8"/>
                    <a:pt x="0" y="11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30" name="Freeform 76">
              <a:extLst>
                <a:ext uri="{FF2B5EF4-FFF2-40B4-BE49-F238E27FC236}">
                  <a16:creationId xmlns:a16="http://schemas.microsoft.com/office/drawing/2014/main" id="{BB5DD8CA-541A-DC24-8178-ECD5CA4D8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9875" y="1455738"/>
              <a:ext cx="36513" cy="20638"/>
            </a:xfrm>
            <a:custGeom>
              <a:avLst/>
              <a:gdLst>
                <a:gd name="T0" fmla="*/ 0 w 22"/>
                <a:gd name="T1" fmla="*/ 0 h 12"/>
                <a:gd name="T2" fmla="*/ 22 w 22"/>
                <a:gd name="T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0"/>
                    <a:pt x="9" y="9"/>
                    <a:pt x="22" y="12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01B1C3E-3631-DFC2-0815-BE73BF2A222A}"/>
              </a:ext>
            </a:extLst>
          </p:cNvPr>
          <p:cNvGrpSpPr/>
          <p:nvPr/>
        </p:nvGrpSpPr>
        <p:grpSpPr>
          <a:xfrm rot="16200000">
            <a:off x="3542136" y="2146997"/>
            <a:ext cx="374694" cy="558011"/>
            <a:chOff x="7889875" y="1157203"/>
            <a:chExt cx="295276" cy="439738"/>
          </a:xfrm>
        </p:grpSpPr>
        <p:sp>
          <p:nvSpPr>
            <p:cNvPr id="118" name="Freeform 80">
              <a:extLst>
                <a:ext uri="{FF2B5EF4-FFF2-40B4-BE49-F238E27FC236}">
                  <a16:creationId xmlns:a16="http://schemas.microsoft.com/office/drawing/2014/main" id="{C5CA1A1A-F00A-4CD4-7E4A-A4221BE276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7338" y="1320716"/>
              <a:ext cx="277813" cy="276225"/>
            </a:xfrm>
            <a:custGeom>
              <a:avLst/>
              <a:gdLst>
                <a:gd name="T0" fmla="*/ 257 w 526"/>
                <a:gd name="T1" fmla="*/ 1 h 523"/>
                <a:gd name="T2" fmla="*/ 248 w 526"/>
                <a:gd name="T3" fmla="*/ 76 h 523"/>
                <a:gd name="T4" fmla="*/ 257 w 526"/>
                <a:gd name="T5" fmla="*/ 91 h 523"/>
                <a:gd name="T6" fmla="*/ 316 w 526"/>
                <a:gd name="T7" fmla="*/ 92 h 523"/>
                <a:gd name="T8" fmla="*/ 336 w 526"/>
                <a:gd name="T9" fmla="*/ 106 h 523"/>
                <a:gd name="T10" fmla="*/ 341 w 526"/>
                <a:gd name="T11" fmla="*/ 123 h 523"/>
                <a:gd name="T12" fmla="*/ 332 w 526"/>
                <a:gd name="T13" fmla="*/ 145 h 523"/>
                <a:gd name="T14" fmla="*/ 309 w 526"/>
                <a:gd name="T15" fmla="*/ 153 h 523"/>
                <a:gd name="T16" fmla="*/ 252 w 526"/>
                <a:gd name="T17" fmla="*/ 158 h 523"/>
                <a:gd name="T18" fmla="*/ 15 w 526"/>
                <a:gd name="T19" fmla="*/ 246 h 523"/>
                <a:gd name="T20" fmla="*/ 1 w 526"/>
                <a:gd name="T21" fmla="*/ 255 h 523"/>
                <a:gd name="T22" fmla="*/ 1 w 526"/>
                <a:gd name="T23" fmla="*/ 474 h 523"/>
                <a:gd name="T24" fmla="*/ 27 w 526"/>
                <a:gd name="T25" fmla="*/ 512 h 523"/>
                <a:gd name="T26" fmla="*/ 465 w 526"/>
                <a:gd name="T27" fmla="*/ 523 h 523"/>
                <a:gd name="T28" fmla="*/ 499 w 526"/>
                <a:gd name="T29" fmla="*/ 512 h 523"/>
                <a:gd name="T30" fmla="*/ 525 w 526"/>
                <a:gd name="T31" fmla="*/ 474 h 523"/>
                <a:gd name="T32" fmla="*/ 525 w 526"/>
                <a:gd name="T33" fmla="*/ 49 h 523"/>
                <a:gd name="T34" fmla="*/ 499 w 526"/>
                <a:gd name="T35" fmla="*/ 10 h 523"/>
                <a:gd name="T36" fmla="*/ 465 w 526"/>
                <a:gd name="T37" fmla="*/ 0 h 523"/>
                <a:gd name="T38" fmla="*/ 334 w 526"/>
                <a:gd name="T39" fmla="*/ 180 h 523"/>
                <a:gd name="T40" fmla="*/ 366 w 526"/>
                <a:gd name="T41" fmla="*/ 146 h 523"/>
                <a:gd name="T42" fmla="*/ 370 w 526"/>
                <a:gd name="T43" fmla="*/ 111 h 523"/>
                <a:gd name="T44" fmla="*/ 344 w 526"/>
                <a:gd name="T45" fmla="*/ 71 h 523"/>
                <a:gd name="T46" fmla="*/ 278 w 526"/>
                <a:gd name="T47" fmla="*/ 62 h 523"/>
                <a:gd name="T48" fmla="*/ 471 w 526"/>
                <a:gd name="T49" fmla="*/ 32 h 523"/>
                <a:gd name="T50" fmla="*/ 490 w 526"/>
                <a:gd name="T51" fmla="*/ 43 h 523"/>
                <a:gd name="T52" fmla="*/ 495 w 526"/>
                <a:gd name="T53" fmla="*/ 246 h 523"/>
                <a:gd name="T54" fmla="*/ 422 w 526"/>
                <a:gd name="T55" fmla="*/ 251 h 523"/>
                <a:gd name="T56" fmla="*/ 418 w 526"/>
                <a:gd name="T57" fmla="*/ 308 h 523"/>
                <a:gd name="T58" fmla="*/ 409 w 526"/>
                <a:gd name="T59" fmla="*/ 329 h 523"/>
                <a:gd name="T60" fmla="*/ 387 w 526"/>
                <a:gd name="T61" fmla="*/ 338 h 523"/>
                <a:gd name="T62" fmla="*/ 370 w 526"/>
                <a:gd name="T63" fmla="*/ 333 h 523"/>
                <a:gd name="T64" fmla="*/ 357 w 526"/>
                <a:gd name="T65" fmla="*/ 313 h 523"/>
                <a:gd name="T66" fmla="*/ 354 w 526"/>
                <a:gd name="T67" fmla="*/ 255 h 523"/>
                <a:gd name="T68" fmla="*/ 278 w 526"/>
                <a:gd name="T69" fmla="*/ 246 h 523"/>
                <a:gd name="T70" fmla="*/ 61 w 526"/>
                <a:gd name="T71" fmla="*/ 491 h 523"/>
                <a:gd name="T72" fmla="*/ 44 w 526"/>
                <a:gd name="T73" fmla="*/ 486 h 523"/>
                <a:gd name="T74" fmla="*/ 31 w 526"/>
                <a:gd name="T75" fmla="*/ 468 h 523"/>
                <a:gd name="T76" fmla="*/ 248 w 526"/>
                <a:gd name="T77" fmla="*/ 308 h 523"/>
                <a:gd name="T78" fmla="*/ 192 w 526"/>
                <a:gd name="T79" fmla="*/ 312 h 523"/>
                <a:gd name="T80" fmla="*/ 160 w 526"/>
                <a:gd name="T81" fmla="*/ 345 h 523"/>
                <a:gd name="T82" fmla="*/ 156 w 526"/>
                <a:gd name="T83" fmla="*/ 382 h 523"/>
                <a:gd name="T84" fmla="*/ 182 w 526"/>
                <a:gd name="T85" fmla="*/ 420 h 523"/>
                <a:gd name="T86" fmla="*/ 248 w 526"/>
                <a:gd name="T87" fmla="*/ 431 h 523"/>
                <a:gd name="T88" fmla="*/ 495 w 526"/>
                <a:gd name="T89" fmla="*/ 468 h 523"/>
                <a:gd name="T90" fmla="*/ 482 w 526"/>
                <a:gd name="T91" fmla="*/ 486 h 523"/>
                <a:gd name="T92" fmla="*/ 278 w 526"/>
                <a:gd name="T93" fmla="*/ 491 h 523"/>
                <a:gd name="T94" fmla="*/ 274 w 526"/>
                <a:gd name="T95" fmla="*/ 404 h 523"/>
                <a:gd name="T96" fmla="*/ 217 w 526"/>
                <a:gd name="T97" fmla="*/ 400 h 523"/>
                <a:gd name="T98" fmla="*/ 194 w 526"/>
                <a:gd name="T99" fmla="*/ 391 h 523"/>
                <a:gd name="T100" fmla="*/ 185 w 526"/>
                <a:gd name="T101" fmla="*/ 368 h 523"/>
                <a:gd name="T102" fmla="*/ 190 w 526"/>
                <a:gd name="T103" fmla="*/ 351 h 523"/>
                <a:gd name="T104" fmla="*/ 210 w 526"/>
                <a:gd name="T105" fmla="*/ 338 h 523"/>
                <a:gd name="T106" fmla="*/ 269 w 526"/>
                <a:gd name="T107" fmla="*/ 337 h 523"/>
                <a:gd name="T108" fmla="*/ 278 w 526"/>
                <a:gd name="T109" fmla="*/ 276 h 523"/>
                <a:gd name="T110" fmla="*/ 326 w 526"/>
                <a:gd name="T111" fmla="*/ 320 h 523"/>
                <a:gd name="T112" fmla="*/ 353 w 526"/>
                <a:gd name="T113" fmla="*/ 358 h 523"/>
                <a:gd name="T114" fmla="*/ 387 w 526"/>
                <a:gd name="T115" fmla="*/ 368 h 523"/>
                <a:gd name="T116" fmla="*/ 431 w 526"/>
                <a:gd name="T117" fmla="*/ 351 h 523"/>
                <a:gd name="T118" fmla="*/ 449 w 526"/>
                <a:gd name="T119" fmla="*/ 308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26" h="523">
                  <a:moveTo>
                    <a:pt x="465" y="0"/>
                  </a:moveTo>
                  <a:lnTo>
                    <a:pt x="264" y="0"/>
                  </a:lnTo>
                  <a:lnTo>
                    <a:pt x="264" y="0"/>
                  </a:lnTo>
                  <a:lnTo>
                    <a:pt x="257" y="1"/>
                  </a:lnTo>
                  <a:lnTo>
                    <a:pt x="252" y="4"/>
                  </a:lnTo>
                  <a:lnTo>
                    <a:pt x="249" y="9"/>
                  </a:lnTo>
                  <a:lnTo>
                    <a:pt x="248" y="16"/>
                  </a:lnTo>
                  <a:lnTo>
                    <a:pt x="248" y="76"/>
                  </a:lnTo>
                  <a:lnTo>
                    <a:pt x="248" y="76"/>
                  </a:lnTo>
                  <a:lnTo>
                    <a:pt x="249" y="83"/>
                  </a:lnTo>
                  <a:lnTo>
                    <a:pt x="252" y="87"/>
                  </a:lnTo>
                  <a:lnTo>
                    <a:pt x="257" y="91"/>
                  </a:lnTo>
                  <a:lnTo>
                    <a:pt x="264" y="92"/>
                  </a:lnTo>
                  <a:lnTo>
                    <a:pt x="309" y="92"/>
                  </a:lnTo>
                  <a:lnTo>
                    <a:pt x="309" y="92"/>
                  </a:lnTo>
                  <a:lnTo>
                    <a:pt x="316" y="92"/>
                  </a:lnTo>
                  <a:lnTo>
                    <a:pt x="322" y="95"/>
                  </a:lnTo>
                  <a:lnTo>
                    <a:pt x="326" y="98"/>
                  </a:lnTo>
                  <a:lnTo>
                    <a:pt x="332" y="102"/>
                  </a:lnTo>
                  <a:lnTo>
                    <a:pt x="336" y="106"/>
                  </a:lnTo>
                  <a:lnTo>
                    <a:pt x="338" y="111"/>
                  </a:lnTo>
                  <a:lnTo>
                    <a:pt x="340" y="116"/>
                  </a:lnTo>
                  <a:lnTo>
                    <a:pt x="341" y="123"/>
                  </a:lnTo>
                  <a:lnTo>
                    <a:pt x="341" y="123"/>
                  </a:lnTo>
                  <a:lnTo>
                    <a:pt x="340" y="129"/>
                  </a:lnTo>
                  <a:lnTo>
                    <a:pt x="338" y="135"/>
                  </a:lnTo>
                  <a:lnTo>
                    <a:pt x="336" y="140"/>
                  </a:lnTo>
                  <a:lnTo>
                    <a:pt x="332" y="145"/>
                  </a:lnTo>
                  <a:lnTo>
                    <a:pt x="326" y="148"/>
                  </a:lnTo>
                  <a:lnTo>
                    <a:pt x="322" y="152"/>
                  </a:lnTo>
                  <a:lnTo>
                    <a:pt x="316" y="153"/>
                  </a:lnTo>
                  <a:lnTo>
                    <a:pt x="309" y="153"/>
                  </a:lnTo>
                  <a:lnTo>
                    <a:pt x="264" y="153"/>
                  </a:lnTo>
                  <a:lnTo>
                    <a:pt x="264" y="153"/>
                  </a:lnTo>
                  <a:lnTo>
                    <a:pt x="257" y="154"/>
                  </a:lnTo>
                  <a:lnTo>
                    <a:pt x="252" y="158"/>
                  </a:lnTo>
                  <a:lnTo>
                    <a:pt x="249" y="162"/>
                  </a:lnTo>
                  <a:lnTo>
                    <a:pt x="248" y="169"/>
                  </a:lnTo>
                  <a:lnTo>
                    <a:pt x="248" y="246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9" y="247"/>
                  </a:lnTo>
                  <a:lnTo>
                    <a:pt x="4" y="251"/>
                  </a:lnTo>
                  <a:lnTo>
                    <a:pt x="1" y="255"/>
                  </a:lnTo>
                  <a:lnTo>
                    <a:pt x="0" y="261"/>
                  </a:lnTo>
                  <a:lnTo>
                    <a:pt x="0" y="461"/>
                  </a:lnTo>
                  <a:lnTo>
                    <a:pt x="0" y="461"/>
                  </a:lnTo>
                  <a:lnTo>
                    <a:pt x="1" y="474"/>
                  </a:lnTo>
                  <a:lnTo>
                    <a:pt x="4" y="485"/>
                  </a:lnTo>
                  <a:lnTo>
                    <a:pt x="11" y="495"/>
                  </a:lnTo>
                  <a:lnTo>
                    <a:pt x="17" y="505"/>
                  </a:lnTo>
                  <a:lnTo>
                    <a:pt x="27" y="512"/>
                  </a:lnTo>
                  <a:lnTo>
                    <a:pt x="37" y="518"/>
                  </a:lnTo>
                  <a:lnTo>
                    <a:pt x="49" y="522"/>
                  </a:lnTo>
                  <a:lnTo>
                    <a:pt x="61" y="523"/>
                  </a:lnTo>
                  <a:lnTo>
                    <a:pt x="465" y="523"/>
                  </a:lnTo>
                  <a:lnTo>
                    <a:pt x="465" y="523"/>
                  </a:lnTo>
                  <a:lnTo>
                    <a:pt x="477" y="522"/>
                  </a:lnTo>
                  <a:lnTo>
                    <a:pt x="489" y="518"/>
                  </a:lnTo>
                  <a:lnTo>
                    <a:pt x="499" y="512"/>
                  </a:lnTo>
                  <a:lnTo>
                    <a:pt x="509" y="505"/>
                  </a:lnTo>
                  <a:lnTo>
                    <a:pt x="515" y="495"/>
                  </a:lnTo>
                  <a:lnTo>
                    <a:pt x="522" y="485"/>
                  </a:lnTo>
                  <a:lnTo>
                    <a:pt x="525" y="474"/>
                  </a:lnTo>
                  <a:lnTo>
                    <a:pt x="526" y="461"/>
                  </a:lnTo>
                  <a:lnTo>
                    <a:pt x="526" y="62"/>
                  </a:lnTo>
                  <a:lnTo>
                    <a:pt x="526" y="62"/>
                  </a:lnTo>
                  <a:lnTo>
                    <a:pt x="525" y="49"/>
                  </a:lnTo>
                  <a:lnTo>
                    <a:pt x="522" y="37"/>
                  </a:lnTo>
                  <a:lnTo>
                    <a:pt x="515" y="26"/>
                  </a:lnTo>
                  <a:lnTo>
                    <a:pt x="509" y="18"/>
                  </a:lnTo>
                  <a:lnTo>
                    <a:pt x="499" y="10"/>
                  </a:lnTo>
                  <a:lnTo>
                    <a:pt x="489" y="5"/>
                  </a:lnTo>
                  <a:lnTo>
                    <a:pt x="477" y="1"/>
                  </a:lnTo>
                  <a:lnTo>
                    <a:pt x="465" y="0"/>
                  </a:lnTo>
                  <a:lnTo>
                    <a:pt x="465" y="0"/>
                  </a:lnTo>
                  <a:close/>
                  <a:moveTo>
                    <a:pt x="309" y="185"/>
                  </a:moveTo>
                  <a:lnTo>
                    <a:pt x="309" y="185"/>
                  </a:lnTo>
                  <a:lnTo>
                    <a:pt x="322" y="183"/>
                  </a:lnTo>
                  <a:lnTo>
                    <a:pt x="334" y="180"/>
                  </a:lnTo>
                  <a:lnTo>
                    <a:pt x="344" y="174"/>
                  </a:lnTo>
                  <a:lnTo>
                    <a:pt x="353" y="166"/>
                  </a:lnTo>
                  <a:lnTo>
                    <a:pt x="361" y="157"/>
                  </a:lnTo>
                  <a:lnTo>
                    <a:pt x="366" y="146"/>
                  </a:lnTo>
                  <a:lnTo>
                    <a:pt x="370" y="135"/>
                  </a:lnTo>
                  <a:lnTo>
                    <a:pt x="372" y="123"/>
                  </a:lnTo>
                  <a:lnTo>
                    <a:pt x="372" y="123"/>
                  </a:lnTo>
                  <a:lnTo>
                    <a:pt x="370" y="111"/>
                  </a:lnTo>
                  <a:lnTo>
                    <a:pt x="366" y="99"/>
                  </a:lnTo>
                  <a:lnTo>
                    <a:pt x="361" y="88"/>
                  </a:lnTo>
                  <a:lnTo>
                    <a:pt x="353" y="79"/>
                  </a:lnTo>
                  <a:lnTo>
                    <a:pt x="344" y="71"/>
                  </a:lnTo>
                  <a:lnTo>
                    <a:pt x="334" y="66"/>
                  </a:lnTo>
                  <a:lnTo>
                    <a:pt x="322" y="62"/>
                  </a:lnTo>
                  <a:lnTo>
                    <a:pt x="309" y="62"/>
                  </a:lnTo>
                  <a:lnTo>
                    <a:pt x="278" y="62"/>
                  </a:lnTo>
                  <a:lnTo>
                    <a:pt x="278" y="30"/>
                  </a:lnTo>
                  <a:lnTo>
                    <a:pt x="465" y="30"/>
                  </a:lnTo>
                  <a:lnTo>
                    <a:pt x="465" y="30"/>
                  </a:lnTo>
                  <a:lnTo>
                    <a:pt x="471" y="32"/>
                  </a:lnTo>
                  <a:lnTo>
                    <a:pt x="477" y="33"/>
                  </a:lnTo>
                  <a:lnTo>
                    <a:pt x="482" y="35"/>
                  </a:lnTo>
                  <a:lnTo>
                    <a:pt x="486" y="39"/>
                  </a:lnTo>
                  <a:lnTo>
                    <a:pt x="490" y="43"/>
                  </a:lnTo>
                  <a:lnTo>
                    <a:pt x="493" y="49"/>
                  </a:lnTo>
                  <a:lnTo>
                    <a:pt x="495" y="55"/>
                  </a:lnTo>
                  <a:lnTo>
                    <a:pt x="495" y="62"/>
                  </a:lnTo>
                  <a:lnTo>
                    <a:pt x="495" y="246"/>
                  </a:lnTo>
                  <a:lnTo>
                    <a:pt x="434" y="246"/>
                  </a:lnTo>
                  <a:lnTo>
                    <a:pt x="434" y="246"/>
                  </a:lnTo>
                  <a:lnTo>
                    <a:pt x="427" y="247"/>
                  </a:lnTo>
                  <a:lnTo>
                    <a:pt x="422" y="251"/>
                  </a:lnTo>
                  <a:lnTo>
                    <a:pt x="419" y="255"/>
                  </a:lnTo>
                  <a:lnTo>
                    <a:pt x="418" y="261"/>
                  </a:lnTo>
                  <a:lnTo>
                    <a:pt x="418" y="308"/>
                  </a:lnTo>
                  <a:lnTo>
                    <a:pt x="418" y="308"/>
                  </a:lnTo>
                  <a:lnTo>
                    <a:pt x="417" y="313"/>
                  </a:lnTo>
                  <a:lnTo>
                    <a:pt x="415" y="320"/>
                  </a:lnTo>
                  <a:lnTo>
                    <a:pt x="413" y="325"/>
                  </a:lnTo>
                  <a:lnTo>
                    <a:pt x="409" y="329"/>
                  </a:lnTo>
                  <a:lnTo>
                    <a:pt x="405" y="333"/>
                  </a:lnTo>
                  <a:lnTo>
                    <a:pt x="399" y="335"/>
                  </a:lnTo>
                  <a:lnTo>
                    <a:pt x="393" y="338"/>
                  </a:lnTo>
                  <a:lnTo>
                    <a:pt x="387" y="338"/>
                  </a:lnTo>
                  <a:lnTo>
                    <a:pt x="387" y="338"/>
                  </a:lnTo>
                  <a:lnTo>
                    <a:pt x="381" y="338"/>
                  </a:lnTo>
                  <a:lnTo>
                    <a:pt x="376" y="335"/>
                  </a:lnTo>
                  <a:lnTo>
                    <a:pt x="370" y="333"/>
                  </a:lnTo>
                  <a:lnTo>
                    <a:pt x="365" y="329"/>
                  </a:lnTo>
                  <a:lnTo>
                    <a:pt x="361" y="325"/>
                  </a:lnTo>
                  <a:lnTo>
                    <a:pt x="358" y="320"/>
                  </a:lnTo>
                  <a:lnTo>
                    <a:pt x="357" y="313"/>
                  </a:lnTo>
                  <a:lnTo>
                    <a:pt x="356" y="308"/>
                  </a:lnTo>
                  <a:lnTo>
                    <a:pt x="356" y="261"/>
                  </a:lnTo>
                  <a:lnTo>
                    <a:pt x="356" y="261"/>
                  </a:lnTo>
                  <a:lnTo>
                    <a:pt x="354" y="255"/>
                  </a:lnTo>
                  <a:lnTo>
                    <a:pt x="352" y="251"/>
                  </a:lnTo>
                  <a:lnTo>
                    <a:pt x="346" y="247"/>
                  </a:lnTo>
                  <a:lnTo>
                    <a:pt x="341" y="246"/>
                  </a:lnTo>
                  <a:lnTo>
                    <a:pt x="278" y="246"/>
                  </a:lnTo>
                  <a:lnTo>
                    <a:pt x="278" y="185"/>
                  </a:lnTo>
                  <a:lnTo>
                    <a:pt x="309" y="185"/>
                  </a:lnTo>
                  <a:close/>
                  <a:moveTo>
                    <a:pt x="248" y="491"/>
                  </a:moveTo>
                  <a:lnTo>
                    <a:pt x="61" y="491"/>
                  </a:lnTo>
                  <a:lnTo>
                    <a:pt x="61" y="491"/>
                  </a:lnTo>
                  <a:lnTo>
                    <a:pt x="56" y="491"/>
                  </a:lnTo>
                  <a:lnTo>
                    <a:pt x="49" y="490"/>
                  </a:lnTo>
                  <a:lnTo>
                    <a:pt x="44" y="486"/>
                  </a:lnTo>
                  <a:lnTo>
                    <a:pt x="40" y="483"/>
                  </a:lnTo>
                  <a:lnTo>
                    <a:pt x="36" y="478"/>
                  </a:lnTo>
                  <a:lnTo>
                    <a:pt x="33" y="473"/>
                  </a:lnTo>
                  <a:lnTo>
                    <a:pt x="31" y="468"/>
                  </a:lnTo>
                  <a:lnTo>
                    <a:pt x="31" y="461"/>
                  </a:lnTo>
                  <a:lnTo>
                    <a:pt x="31" y="276"/>
                  </a:lnTo>
                  <a:lnTo>
                    <a:pt x="248" y="276"/>
                  </a:lnTo>
                  <a:lnTo>
                    <a:pt x="248" y="308"/>
                  </a:lnTo>
                  <a:lnTo>
                    <a:pt x="217" y="308"/>
                  </a:lnTo>
                  <a:lnTo>
                    <a:pt x="217" y="308"/>
                  </a:lnTo>
                  <a:lnTo>
                    <a:pt x="204" y="309"/>
                  </a:lnTo>
                  <a:lnTo>
                    <a:pt x="192" y="312"/>
                  </a:lnTo>
                  <a:lnTo>
                    <a:pt x="182" y="318"/>
                  </a:lnTo>
                  <a:lnTo>
                    <a:pt x="173" y="325"/>
                  </a:lnTo>
                  <a:lnTo>
                    <a:pt x="165" y="334"/>
                  </a:lnTo>
                  <a:lnTo>
                    <a:pt x="160" y="345"/>
                  </a:lnTo>
                  <a:lnTo>
                    <a:pt x="156" y="357"/>
                  </a:lnTo>
                  <a:lnTo>
                    <a:pt x="154" y="368"/>
                  </a:lnTo>
                  <a:lnTo>
                    <a:pt x="154" y="368"/>
                  </a:lnTo>
                  <a:lnTo>
                    <a:pt x="156" y="382"/>
                  </a:lnTo>
                  <a:lnTo>
                    <a:pt x="160" y="392"/>
                  </a:lnTo>
                  <a:lnTo>
                    <a:pt x="165" y="403"/>
                  </a:lnTo>
                  <a:lnTo>
                    <a:pt x="173" y="412"/>
                  </a:lnTo>
                  <a:lnTo>
                    <a:pt x="182" y="420"/>
                  </a:lnTo>
                  <a:lnTo>
                    <a:pt x="192" y="425"/>
                  </a:lnTo>
                  <a:lnTo>
                    <a:pt x="204" y="429"/>
                  </a:lnTo>
                  <a:lnTo>
                    <a:pt x="217" y="431"/>
                  </a:lnTo>
                  <a:lnTo>
                    <a:pt x="248" y="431"/>
                  </a:lnTo>
                  <a:lnTo>
                    <a:pt x="248" y="491"/>
                  </a:lnTo>
                  <a:close/>
                  <a:moveTo>
                    <a:pt x="495" y="461"/>
                  </a:moveTo>
                  <a:lnTo>
                    <a:pt x="495" y="461"/>
                  </a:lnTo>
                  <a:lnTo>
                    <a:pt x="495" y="468"/>
                  </a:lnTo>
                  <a:lnTo>
                    <a:pt x="493" y="473"/>
                  </a:lnTo>
                  <a:lnTo>
                    <a:pt x="490" y="478"/>
                  </a:lnTo>
                  <a:lnTo>
                    <a:pt x="486" y="483"/>
                  </a:lnTo>
                  <a:lnTo>
                    <a:pt x="482" y="486"/>
                  </a:lnTo>
                  <a:lnTo>
                    <a:pt x="477" y="490"/>
                  </a:lnTo>
                  <a:lnTo>
                    <a:pt x="471" y="491"/>
                  </a:lnTo>
                  <a:lnTo>
                    <a:pt x="465" y="491"/>
                  </a:lnTo>
                  <a:lnTo>
                    <a:pt x="278" y="491"/>
                  </a:lnTo>
                  <a:lnTo>
                    <a:pt x="278" y="415"/>
                  </a:lnTo>
                  <a:lnTo>
                    <a:pt x="278" y="415"/>
                  </a:lnTo>
                  <a:lnTo>
                    <a:pt x="277" y="409"/>
                  </a:lnTo>
                  <a:lnTo>
                    <a:pt x="274" y="404"/>
                  </a:lnTo>
                  <a:lnTo>
                    <a:pt x="269" y="400"/>
                  </a:lnTo>
                  <a:lnTo>
                    <a:pt x="264" y="400"/>
                  </a:lnTo>
                  <a:lnTo>
                    <a:pt x="217" y="400"/>
                  </a:lnTo>
                  <a:lnTo>
                    <a:pt x="217" y="400"/>
                  </a:lnTo>
                  <a:lnTo>
                    <a:pt x="210" y="399"/>
                  </a:lnTo>
                  <a:lnTo>
                    <a:pt x="205" y="397"/>
                  </a:lnTo>
                  <a:lnTo>
                    <a:pt x="200" y="395"/>
                  </a:lnTo>
                  <a:lnTo>
                    <a:pt x="194" y="391"/>
                  </a:lnTo>
                  <a:lnTo>
                    <a:pt x="190" y="386"/>
                  </a:lnTo>
                  <a:lnTo>
                    <a:pt x="188" y="380"/>
                  </a:lnTo>
                  <a:lnTo>
                    <a:pt x="186" y="375"/>
                  </a:lnTo>
                  <a:lnTo>
                    <a:pt x="185" y="368"/>
                  </a:lnTo>
                  <a:lnTo>
                    <a:pt x="185" y="368"/>
                  </a:lnTo>
                  <a:lnTo>
                    <a:pt x="186" y="363"/>
                  </a:lnTo>
                  <a:lnTo>
                    <a:pt x="188" y="357"/>
                  </a:lnTo>
                  <a:lnTo>
                    <a:pt x="190" y="351"/>
                  </a:lnTo>
                  <a:lnTo>
                    <a:pt x="194" y="347"/>
                  </a:lnTo>
                  <a:lnTo>
                    <a:pt x="200" y="343"/>
                  </a:lnTo>
                  <a:lnTo>
                    <a:pt x="205" y="341"/>
                  </a:lnTo>
                  <a:lnTo>
                    <a:pt x="210" y="338"/>
                  </a:lnTo>
                  <a:lnTo>
                    <a:pt x="217" y="338"/>
                  </a:lnTo>
                  <a:lnTo>
                    <a:pt x="264" y="338"/>
                  </a:lnTo>
                  <a:lnTo>
                    <a:pt x="264" y="338"/>
                  </a:lnTo>
                  <a:lnTo>
                    <a:pt x="269" y="337"/>
                  </a:lnTo>
                  <a:lnTo>
                    <a:pt x="274" y="334"/>
                  </a:lnTo>
                  <a:lnTo>
                    <a:pt x="277" y="329"/>
                  </a:lnTo>
                  <a:lnTo>
                    <a:pt x="278" y="322"/>
                  </a:lnTo>
                  <a:lnTo>
                    <a:pt x="278" y="276"/>
                  </a:lnTo>
                  <a:lnTo>
                    <a:pt x="325" y="276"/>
                  </a:lnTo>
                  <a:lnTo>
                    <a:pt x="325" y="308"/>
                  </a:lnTo>
                  <a:lnTo>
                    <a:pt x="325" y="308"/>
                  </a:lnTo>
                  <a:lnTo>
                    <a:pt x="326" y="320"/>
                  </a:lnTo>
                  <a:lnTo>
                    <a:pt x="330" y="331"/>
                  </a:lnTo>
                  <a:lnTo>
                    <a:pt x="336" y="342"/>
                  </a:lnTo>
                  <a:lnTo>
                    <a:pt x="344" y="351"/>
                  </a:lnTo>
                  <a:lnTo>
                    <a:pt x="353" y="358"/>
                  </a:lnTo>
                  <a:lnTo>
                    <a:pt x="364" y="364"/>
                  </a:lnTo>
                  <a:lnTo>
                    <a:pt x="374" y="367"/>
                  </a:lnTo>
                  <a:lnTo>
                    <a:pt x="387" y="368"/>
                  </a:lnTo>
                  <a:lnTo>
                    <a:pt x="387" y="368"/>
                  </a:lnTo>
                  <a:lnTo>
                    <a:pt x="399" y="367"/>
                  </a:lnTo>
                  <a:lnTo>
                    <a:pt x="411" y="364"/>
                  </a:lnTo>
                  <a:lnTo>
                    <a:pt x="422" y="358"/>
                  </a:lnTo>
                  <a:lnTo>
                    <a:pt x="431" y="351"/>
                  </a:lnTo>
                  <a:lnTo>
                    <a:pt x="438" y="342"/>
                  </a:lnTo>
                  <a:lnTo>
                    <a:pt x="445" y="331"/>
                  </a:lnTo>
                  <a:lnTo>
                    <a:pt x="447" y="320"/>
                  </a:lnTo>
                  <a:lnTo>
                    <a:pt x="449" y="308"/>
                  </a:lnTo>
                  <a:lnTo>
                    <a:pt x="449" y="276"/>
                  </a:lnTo>
                  <a:lnTo>
                    <a:pt x="495" y="276"/>
                  </a:lnTo>
                  <a:lnTo>
                    <a:pt x="495" y="4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19" name="Freeform 81">
              <a:extLst>
                <a:ext uri="{FF2B5EF4-FFF2-40B4-BE49-F238E27FC236}">
                  <a16:creationId xmlns:a16="http://schemas.microsoft.com/office/drawing/2014/main" id="{CC644BB3-DC62-7873-C146-F963A711B3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89875" y="1157203"/>
              <a:ext cx="196850" cy="146050"/>
            </a:xfrm>
            <a:custGeom>
              <a:avLst/>
              <a:gdLst>
                <a:gd name="T0" fmla="*/ 264 w 373"/>
                <a:gd name="T1" fmla="*/ 277 h 277"/>
                <a:gd name="T2" fmla="*/ 270 w 373"/>
                <a:gd name="T3" fmla="*/ 276 h 277"/>
                <a:gd name="T4" fmla="*/ 278 w 373"/>
                <a:gd name="T5" fmla="*/ 268 h 277"/>
                <a:gd name="T6" fmla="*/ 280 w 373"/>
                <a:gd name="T7" fmla="*/ 185 h 277"/>
                <a:gd name="T8" fmla="*/ 308 w 373"/>
                <a:gd name="T9" fmla="*/ 185 h 277"/>
                <a:gd name="T10" fmla="*/ 332 w 373"/>
                <a:gd name="T11" fmla="*/ 180 h 277"/>
                <a:gd name="T12" fmla="*/ 353 w 373"/>
                <a:gd name="T13" fmla="*/ 168 h 277"/>
                <a:gd name="T14" fmla="*/ 366 w 373"/>
                <a:gd name="T15" fmla="*/ 149 h 277"/>
                <a:gd name="T16" fmla="*/ 373 w 373"/>
                <a:gd name="T17" fmla="*/ 126 h 277"/>
                <a:gd name="T18" fmla="*/ 372 w 373"/>
                <a:gd name="T19" fmla="*/ 112 h 277"/>
                <a:gd name="T20" fmla="*/ 362 w 373"/>
                <a:gd name="T21" fmla="*/ 90 h 277"/>
                <a:gd name="T22" fmla="*/ 346 w 373"/>
                <a:gd name="T23" fmla="*/ 73 h 277"/>
                <a:gd name="T24" fmla="*/ 324 w 373"/>
                <a:gd name="T25" fmla="*/ 63 h 277"/>
                <a:gd name="T26" fmla="*/ 280 w 373"/>
                <a:gd name="T27" fmla="*/ 62 h 277"/>
                <a:gd name="T28" fmla="*/ 280 w 373"/>
                <a:gd name="T29" fmla="*/ 16 h 277"/>
                <a:gd name="T30" fmla="*/ 274 w 373"/>
                <a:gd name="T31" fmla="*/ 5 h 277"/>
                <a:gd name="T32" fmla="*/ 264 w 373"/>
                <a:gd name="T33" fmla="*/ 0 h 277"/>
                <a:gd name="T34" fmla="*/ 63 w 373"/>
                <a:gd name="T35" fmla="*/ 0 h 277"/>
                <a:gd name="T36" fmla="*/ 39 w 373"/>
                <a:gd name="T37" fmla="*/ 5 h 277"/>
                <a:gd name="T38" fmla="*/ 19 w 373"/>
                <a:gd name="T39" fmla="*/ 18 h 277"/>
                <a:gd name="T40" fmla="*/ 5 w 373"/>
                <a:gd name="T41" fmla="*/ 38 h 277"/>
                <a:gd name="T42" fmla="*/ 0 w 373"/>
                <a:gd name="T43" fmla="*/ 62 h 277"/>
                <a:gd name="T44" fmla="*/ 0 w 373"/>
                <a:gd name="T45" fmla="*/ 263 h 277"/>
                <a:gd name="T46" fmla="*/ 4 w 373"/>
                <a:gd name="T47" fmla="*/ 273 h 277"/>
                <a:gd name="T48" fmla="*/ 15 w 373"/>
                <a:gd name="T49" fmla="*/ 277 h 277"/>
                <a:gd name="T50" fmla="*/ 63 w 373"/>
                <a:gd name="T51" fmla="*/ 30 h 277"/>
                <a:gd name="T52" fmla="*/ 249 w 373"/>
                <a:gd name="T53" fmla="*/ 77 h 277"/>
                <a:gd name="T54" fmla="*/ 250 w 373"/>
                <a:gd name="T55" fmla="*/ 83 h 277"/>
                <a:gd name="T56" fmla="*/ 258 w 373"/>
                <a:gd name="T57" fmla="*/ 91 h 277"/>
                <a:gd name="T58" fmla="*/ 309 w 373"/>
                <a:gd name="T59" fmla="*/ 92 h 277"/>
                <a:gd name="T60" fmla="*/ 314 w 373"/>
                <a:gd name="T61" fmla="*/ 92 h 277"/>
                <a:gd name="T62" fmla="*/ 326 w 373"/>
                <a:gd name="T63" fmla="*/ 98 h 277"/>
                <a:gd name="T64" fmla="*/ 336 w 373"/>
                <a:gd name="T65" fmla="*/ 106 h 277"/>
                <a:gd name="T66" fmla="*/ 341 w 373"/>
                <a:gd name="T67" fmla="*/ 115 h 277"/>
                <a:gd name="T68" fmla="*/ 341 w 373"/>
                <a:gd name="T69" fmla="*/ 122 h 277"/>
                <a:gd name="T70" fmla="*/ 340 w 373"/>
                <a:gd name="T71" fmla="*/ 135 h 277"/>
                <a:gd name="T72" fmla="*/ 333 w 373"/>
                <a:gd name="T73" fmla="*/ 144 h 277"/>
                <a:gd name="T74" fmla="*/ 322 w 373"/>
                <a:gd name="T75" fmla="*/ 152 h 277"/>
                <a:gd name="T76" fmla="*/ 310 w 373"/>
                <a:gd name="T77" fmla="*/ 155 h 277"/>
                <a:gd name="T78" fmla="*/ 264 w 373"/>
                <a:gd name="T79" fmla="*/ 155 h 277"/>
                <a:gd name="T80" fmla="*/ 253 w 373"/>
                <a:gd name="T81" fmla="*/ 159 h 277"/>
                <a:gd name="T82" fmla="*/ 249 w 373"/>
                <a:gd name="T83" fmla="*/ 169 h 277"/>
                <a:gd name="T84" fmla="*/ 32 w 373"/>
                <a:gd name="T85" fmla="*/ 246 h 277"/>
                <a:gd name="T86" fmla="*/ 32 w 373"/>
                <a:gd name="T87" fmla="*/ 62 h 277"/>
                <a:gd name="T88" fmla="*/ 33 w 373"/>
                <a:gd name="T89" fmla="*/ 50 h 277"/>
                <a:gd name="T90" fmla="*/ 40 w 373"/>
                <a:gd name="T91" fmla="*/ 40 h 277"/>
                <a:gd name="T92" fmla="*/ 51 w 373"/>
                <a:gd name="T93" fmla="*/ 33 h 277"/>
                <a:gd name="T94" fmla="*/ 63 w 373"/>
                <a:gd name="T95" fmla="*/ 3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3" h="277">
                  <a:moveTo>
                    <a:pt x="109" y="277"/>
                  </a:moveTo>
                  <a:lnTo>
                    <a:pt x="264" y="277"/>
                  </a:lnTo>
                  <a:lnTo>
                    <a:pt x="264" y="277"/>
                  </a:lnTo>
                  <a:lnTo>
                    <a:pt x="270" y="276"/>
                  </a:lnTo>
                  <a:lnTo>
                    <a:pt x="274" y="272"/>
                  </a:lnTo>
                  <a:lnTo>
                    <a:pt x="278" y="268"/>
                  </a:lnTo>
                  <a:lnTo>
                    <a:pt x="280" y="262"/>
                  </a:lnTo>
                  <a:lnTo>
                    <a:pt x="280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21" y="184"/>
                  </a:lnTo>
                  <a:lnTo>
                    <a:pt x="332" y="180"/>
                  </a:lnTo>
                  <a:lnTo>
                    <a:pt x="344" y="174"/>
                  </a:lnTo>
                  <a:lnTo>
                    <a:pt x="353" y="168"/>
                  </a:lnTo>
                  <a:lnTo>
                    <a:pt x="361" y="159"/>
                  </a:lnTo>
                  <a:lnTo>
                    <a:pt x="366" y="149"/>
                  </a:lnTo>
                  <a:lnTo>
                    <a:pt x="370" y="137"/>
                  </a:lnTo>
                  <a:lnTo>
                    <a:pt x="373" y="126"/>
                  </a:lnTo>
                  <a:lnTo>
                    <a:pt x="373" y="126"/>
                  </a:lnTo>
                  <a:lnTo>
                    <a:pt x="372" y="112"/>
                  </a:lnTo>
                  <a:lnTo>
                    <a:pt x="368" y="100"/>
                  </a:lnTo>
                  <a:lnTo>
                    <a:pt x="362" y="90"/>
                  </a:lnTo>
                  <a:lnTo>
                    <a:pt x="356" y="81"/>
                  </a:lnTo>
                  <a:lnTo>
                    <a:pt x="346" y="73"/>
                  </a:lnTo>
                  <a:lnTo>
                    <a:pt x="336" y="67"/>
                  </a:lnTo>
                  <a:lnTo>
                    <a:pt x="324" y="63"/>
                  </a:lnTo>
                  <a:lnTo>
                    <a:pt x="310" y="62"/>
                  </a:lnTo>
                  <a:lnTo>
                    <a:pt x="280" y="62"/>
                  </a:lnTo>
                  <a:lnTo>
                    <a:pt x="280" y="16"/>
                  </a:lnTo>
                  <a:lnTo>
                    <a:pt x="280" y="16"/>
                  </a:lnTo>
                  <a:lnTo>
                    <a:pt x="278" y="9"/>
                  </a:lnTo>
                  <a:lnTo>
                    <a:pt x="274" y="5"/>
                  </a:lnTo>
                  <a:lnTo>
                    <a:pt x="270" y="1"/>
                  </a:lnTo>
                  <a:lnTo>
                    <a:pt x="264" y="0"/>
                  </a:lnTo>
                  <a:lnTo>
                    <a:pt x="63" y="0"/>
                  </a:lnTo>
                  <a:lnTo>
                    <a:pt x="63" y="0"/>
                  </a:lnTo>
                  <a:lnTo>
                    <a:pt x="51" y="1"/>
                  </a:lnTo>
                  <a:lnTo>
                    <a:pt x="39" y="5"/>
                  </a:lnTo>
                  <a:lnTo>
                    <a:pt x="28" y="11"/>
                  </a:lnTo>
                  <a:lnTo>
                    <a:pt x="19" y="18"/>
                  </a:lnTo>
                  <a:lnTo>
                    <a:pt x="11" y="28"/>
                  </a:lnTo>
                  <a:lnTo>
                    <a:pt x="5" y="38"/>
                  </a:lnTo>
                  <a:lnTo>
                    <a:pt x="1" y="49"/>
                  </a:lnTo>
                  <a:lnTo>
                    <a:pt x="0" y="62"/>
                  </a:lnTo>
                  <a:lnTo>
                    <a:pt x="0" y="263"/>
                  </a:lnTo>
                  <a:lnTo>
                    <a:pt x="0" y="263"/>
                  </a:lnTo>
                  <a:lnTo>
                    <a:pt x="1" y="268"/>
                  </a:lnTo>
                  <a:lnTo>
                    <a:pt x="4" y="273"/>
                  </a:lnTo>
                  <a:lnTo>
                    <a:pt x="9" y="276"/>
                  </a:lnTo>
                  <a:lnTo>
                    <a:pt x="15" y="277"/>
                  </a:lnTo>
                  <a:lnTo>
                    <a:pt x="109" y="277"/>
                  </a:lnTo>
                  <a:close/>
                  <a:moveTo>
                    <a:pt x="63" y="30"/>
                  </a:moveTo>
                  <a:lnTo>
                    <a:pt x="249" y="30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0" y="83"/>
                  </a:lnTo>
                  <a:lnTo>
                    <a:pt x="253" y="89"/>
                  </a:lnTo>
                  <a:lnTo>
                    <a:pt x="258" y="91"/>
                  </a:lnTo>
                  <a:lnTo>
                    <a:pt x="264" y="92"/>
                  </a:lnTo>
                  <a:lnTo>
                    <a:pt x="309" y="92"/>
                  </a:lnTo>
                  <a:lnTo>
                    <a:pt x="309" y="92"/>
                  </a:lnTo>
                  <a:lnTo>
                    <a:pt x="314" y="92"/>
                  </a:lnTo>
                  <a:lnTo>
                    <a:pt x="321" y="95"/>
                  </a:lnTo>
                  <a:lnTo>
                    <a:pt x="326" y="98"/>
                  </a:lnTo>
                  <a:lnTo>
                    <a:pt x="332" y="100"/>
                  </a:lnTo>
                  <a:lnTo>
                    <a:pt x="336" y="106"/>
                  </a:lnTo>
                  <a:lnTo>
                    <a:pt x="338" y="110"/>
                  </a:lnTo>
                  <a:lnTo>
                    <a:pt x="341" y="115"/>
                  </a:lnTo>
                  <a:lnTo>
                    <a:pt x="341" y="122"/>
                  </a:lnTo>
                  <a:lnTo>
                    <a:pt x="341" y="122"/>
                  </a:lnTo>
                  <a:lnTo>
                    <a:pt x="341" y="128"/>
                  </a:lnTo>
                  <a:lnTo>
                    <a:pt x="340" y="135"/>
                  </a:lnTo>
                  <a:lnTo>
                    <a:pt x="337" y="140"/>
                  </a:lnTo>
                  <a:lnTo>
                    <a:pt x="333" y="144"/>
                  </a:lnTo>
                  <a:lnTo>
                    <a:pt x="329" y="148"/>
                  </a:lnTo>
                  <a:lnTo>
                    <a:pt x="322" y="152"/>
                  </a:lnTo>
                  <a:lnTo>
                    <a:pt x="317" y="153"/>
                  </a:lnTo>
                  <a:lnTo>
                    <a:pt x="310" y="155"/>
                  </a:lnTo>
                  <a:lnTo>
                    <a:pt x="264" y="155"/>
                  </a:lnTo>
                  <a:lnTo>
                    <a:pt x="264" y="155"/>
                  </a:lnTo>
                  <a:lnTo>
                    <a:pt x="258" y="155"/>
                  </a:lnTo>
                  <a:lnTo>
                    <a:pt x="253" y="159"/>
                  </a:lnTo>
                  <a:lnTo>
                    <a:pt x="250" y="164"/>
                  </a:lnTo>
                  <a:lnTo>
                    <a:pt x="249" y="169"/>
                  </a:lnTo>
                  <a:lnTo>
                    <a:pt x="249" y="246"/>
                  </a:lnTo>
                  <a:lnTo>
                    <a:pt x="32" y="246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32" y="55"/>
                  </a:lnTo>
                  <a:lnTo>
                    <a:pt x="33" y="50"/>
                  </a:lnTo>
                  <a:lnTo>
                    <a:pt x="37" y="45"/>
                  </a:lnTo>
                  <a:lnTo>
                    <a:pt x="40" y="40"/>
                  </a:lnTo>
                  <a:lnTo>
                    <a:pt x="45" y="36"/>
                  </a:lnTo>
                  <a:lnTo>
                    <a:pt x="51" y="33"/>
                  </a:lnTo>
                  <a:lnTo>
                    <a:pt x="56" y="32"/>
                  </a:lnTo>
                  <a:lnTo>
                    <a:pt x="63" y="30"/>
                  </a:lnTo>
                  <a:lnTo>
                    <a:pt x="63" y="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0" name="Freeform 82">
              <a:extLst>
                <a:ext uri="{FF2B5EF4-FFF2-40B4-BE49-F238E27FC236}">
                  <a16:creationId xmlns:a16="http://schemas.microsoft.com/office/drawing/2014/main" id="{2B045482-3BF8-3CFB-23CD-40BB6DCA9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8925" y="1352466"/>
              <a:ext cx="125413" cy="90488"/>
            </a:xfrm>
            <a:custGeom>
              <a:avLst/>
              <a:gdLst>
                <a:gd name="T0" fmla="*/ 73 w 238"/>
                <a:gd name="T1" fmla="*/ 86 h 169"/>
                <a:gd name="T2" fmla="*/ 23 w 238"/>
                <a:gd name="T3" fmla="*/ 34 h 169"/>
                <a:gd name="T4" fmla="*/ 0 w 238"/>
                <a:gd name="T5" fmla="*/ 57 h 169"/>
                <a:gd name="T6" fmla="*/ 109 w 238"/>
                <a:gd name="T7" fmla="*/ 164 h 169"/>
                <a:gd name="T8" fmla="*/ 109 w 238"/>
                <a:gd name="T9" fmla="*/ 164 h 169"/>
                <a:gd name="T10" fmla="*/ 113 w 238"/>
                <a:gd name="T11" fmla="*/ 168 h 169"/>
                <a:gd name="T12" fmla="*/ 120 w 238"/>
                <a:gd name="T13" fmla="*/ 169 h 169"/>
                <a:gd name="T14" fmla="*/ 125 w 238"/>
                <a:gd name="T15" fmla="*/ 168 h 169"/>
                <a:gd name="T16" fmla="*/ 130 w 238"/>
                <a:gd name="T17" fmla="*/ 164 h 169"/>
                <a:gd name="T18" fmla="*/ 238 w 238"/>
                <a:gd name="T19" fmla="*/ 57 h 169"/>
                <a:gd name="T20" fmla="*/ 217 w 238"/>
                <a:gd name="T21" fmla="*/ 34 h 169"/>
                <a:gd name="T22" fmla="*/ 166 w 238"/>
                <a:gd name="T23" fmla="*/ 86 h 169"/>
                <a:gd name="T24" fmla="*/ 166 w 238"/>
                <a:gd name="T25" fmla="*/ 0 h 169"/>
                <a:gd name="T26" fmla="*/ 134 w 238"/>
                <a:gd name="T27" fmla="*/ 0 h 169"/>
                <a:gd name="T28" fmla="*/ 134 w 238"/>
                <a:gd name="T29" fmla="*/ 116 h 169"/>
                <a:gd name="T30" fmla="*/ 120 w 238"/>
                <a:gd name="T31" fmla="*/ 131 h 169"/>
                <a:gd name="T32" fmla="*/ 104 w 238"/>
                <a:gd name="T33" fmla="*/ 116 h 169"/>
                <a:gd name="T34" fmla="*/ 104 w 238"/>
                <a:gd name="T35" fmla="*/ 61 h 169"/>
                <a:gd name="T36" fmla="*/ 73 w 238"/>
                <a:gd name="T37" fmla="*/ 61 h 169"/>
                <a:gd name="T38" fmla="*/ 73 w 238"/>
                <a:gd name="T39" fmla="*/ 8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8" h="169">
                  <a:moveTo>
                    <a:pt x="73" y="86"/>
                  </a:moveTo>
                  <a:lnTo>
                    <a:pt x="23" y="34"/>
                  </a:lnTo>
                  <a:lnTo>
                    <a:pt x="0" y="57"/>
                  </a:lnTo>
                  <a:lnTo>
                    <a:pt x="109" y="164"/>
                  </a:lnTo>
                  <a:lnTo>
                    <a:pt x="109" y="164"/>
                  </a:lnTo>
                  <a:lnTo>
                    <a:pt x="113" y="168"/>
                  </a:lnTo>
                  <a:lnTo>
                    <a:pt x="120" y="169"/>
                  </a:lnTo>
                  <a:lnTo>
                    <a:pt x="125" y="168"/>
                  </a:lnTo>
                  <a:lnTo>
                    <a:pt x="130" y="164"/>
                  </a:lnTo>
                  <a:lnTo>
                    <a:pt x="238" y="57"/>
                  </a:lnTo>
                  <a:lnTo>
                    <a:pt x="217" y="34"/>
                  </a:lnTo>
                  <a:lnTo>
                    <a:pt x="166" y="86"/>
                  </a:lnTo>
                  <a:lnTo>
                    <a:pt x="166" y="0"/>
                  </a:lnTo>
                  <a:lnTo>
                    <a:pt x="134" y="0"/>
                  </a:lnTo>
                  <a:lnTo>
                    <a:pt x="134" y="116"/>
                  </a:lnTo>
                  <a:lnTo>
                    <a:pt x="120" y="131"/>
                  </a:lnTo>
                  <a:lnTo>
                    <a:pt x="104" y="116"/>
                  </a:lnTo>
                  <a:lnTo>
                    <a:pt x="104" y="61"/>
                  </a:lnTo>
                  <a:lnTo>
                    <a:pt x="73" y="61"/>
                  </a:lnTo>
                  <a:lnTo>
                    <a:pt x="73" y="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F852795-09FF-217F-465C-41E030D79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7025" y="1352466"/>
              <a:ext cx="17463" cy="15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498940D-6C38-9BBB-3B9A-0EB0FBF45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7025" y="1320716"/>
              <a:ext cx="17463" cy="15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0577BE1C-7C14-CA94-A96F-84FFC0D57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0363" y="1320716"/>
              <a:ext cx="15875" cy="15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58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endParaRPr>
            </a:p>
          </p:txBody>
        </p:sp>
      </p:grp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DDFB497-E247-4B46-BD86-E8046F188227}"/>
              </a:ext>
            </a:extLst>
          </p:cNvPr>
          <p:cNvCxnSpPr>
            <a:cxnSpLocks/>
          </p:cNvCxnSpPr>
          <p:nvPr/>
        </p:nvCxnSpPr>
        <p:spPr>
          <a:xfrm>
            <a:off x="-4836" y="5101815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5" name="Picture 41" descr="Download Amazon Web Services (AWS) Logo ...">
            <a:extLst>
              <a:ext uri="{FF2B5EF4-FFF2-40B4-BE49-F238E27FC236}">
                <a16:creationId xmlns:a16="http://schemas.microsoft.com/office/drawing/2014/main" id="{3B3E97B5-C27B-B706-A782-FE4F78754B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4" r="9868"/>
          <a:stretch/>
        </p:blipFill>
        <p:spPr bwMode="auto">
          <a:xfrm>
            <a:off x="308636" y="5236886"/>
            <a:ext cx="644392" cy="504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19AB9621-CC26-28FE-2B00-0FEBFD065123}"/>
              </a:ext>
            </a:extLst>
          </p:cNvPr>
          <p:cNvSpPr txBox="1"/>
          <p:nvPr/>
        </p:nvSpPr>
        <p:spPr>
          <a:xfrm>
            <a:off x="233679" y="3531274"/>
            <a:ext cx="2240278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Hi-Tech Client portfolio: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Supply Chain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Software / ISVs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Networking / OEMs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Semiconductors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Hyperscalers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46BCCD-0071-E33D-0A75-FCE3A9AA84D2}"/>
              </a:ext>
            </a:extLst>
          </p:cNvPr>
          <p:cNvSpPr txBox="1"/>
          <p:nvPr/>
        </p:nvSpPr>
        <p:spPr>
          <a:xfrm>
            <a:off x="7218054" y="3555380"/>
            <a:ext cx="2464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AI at the core of Lifecycle Transformation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Predictive Analytics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Sentiment to Churn Correlation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Automation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3E217E1-0016-207D-8065-FAE551A240DD}"/>
              </a:ext>
            </a:extLst>
          </p:cNvPr>
          <p:cNvSpPr txBox="1"/>
          <p:nvPr/>
        </p:nvSpPr>
        <p:spPr>
          <a:xfrm>
            <a:off x="4950460" y="3531274"/>
            <a:ext cx="2240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Facilitate a win-win partner business framework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Faster Onboarding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Whitespace identification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Training and Certification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7CF1539-ACEE-ED0E-31B8-A85063285D0D}"/>
              </a:ext>
            </a:extLst>
          </p:cNvPr>
          <p:cNvSpPr txBox="1"/>
          <p:nvPr/>
        </p:nvSpPr>
        <p:spPr>
          <a:xfrm>
            <a:off x="2607549" y="3539959"/>
            <a:ext cx="2240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Drive efficiency through intelligent process automation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End-to-End Orchestration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Human-in-the-Loop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Rapid Scaling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E469176-B929-CA9E-EFCC-0D228DCB33DB}"/>
              </a:ext>
            </a:extLst>
          </p:cNvPr>
          <p:cNvSpPr txBox="1"/>
          <p:nvPr/>
        </p:nvSpPr>
        <p:spPr>
          <a:xfrm>
            <a:off x="9730350" y="3538855"/>
            <a:ext cx="2240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Driving growth through data-driven lifecycle strategies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Pipeline Acceleration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Cross-Sell enhancement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Retention Uplift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9CB49-0ED2-D899-0AD7-0063C983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91" y="936673"/>
            <a:ext cx="470506" cy="331097"/>
          </a:xfrm>
          <a:prstGeom prst="rect">
            <a:avLst/>
          </a:prstGeom>
        </p:spPr>
      </p:pic>
      <p:pic>
        <p:nvPicPr>
          <p:cNvPr id="4" name="object 19">
            <a:extLst>
              <a:ext uri="{FF2B5EF4-FFF2-40B4-BE49-F238E27FC236}">
                <a16:creationId xmlns:a16="http://schemas.microsoft.com/office/drawing/2014/main" id="{EEA947AB-4432-B454-FABD-AB7F6562E57D}"/>
              </a:ext>
            </a:extLst>
          </p:cNvPr>
          <p:cNvPicPr>
            <a:picLocks/>
          </p:cNvPicPr>
          <p:nvPr/>
        </p:nvPicPr>
        <p:blipFill>
          <a:blip r:embed="rId5" cstate="print"/>
          <a:srcRect l="1" t="16584" r="7399"/>
          <a:stretch/>
        </p:blipFill>
        <p:spPr>
          <a:xfrm>
            <a:off x="1077693" y="5250700"/>
            <a:ext cx="1290428" cy="3923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6060565-8861-DF87-C54D-DE26EED650C2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870129" y="5207425"/>
            <a:ext cx="677323" cy="543433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04369C88-47BF-1344-9B59-9B690ECAE20F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22269" y="5720877"/>
            <a:ext cx="989482" cy="684391"/>
          </a:xfrm>
          <a:prstGeom prst="rect">
            <a:avLst/>
          </a:prstGeom>
        </p:spPr>
      </p:pic>
      <p:pic>
        <p:nvPicPr>
          <p:cNvPr id="10" name="object 15">
            <a:extLst>
              <a:ext uri="{FF2B5EF4-FFF2-40B4-BE49-F238E27FC236}">
                <a16:creationId xmlns:a16="http://schemas.microsoft.com/office/drawing/2014/main" id="{766A5807-C4BC-71A5-5B88-F2FF413879F9}"/>
              </a:ext>
            </a:extLst>
          </p:cNvPr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402699" y="5290734"/>
            <a:ext cx="1376495" cy="370839"/>
          </a:xfrm>
          <a:prstGeom prst="rect">
            <a:avLst/>
          </a:prstGeom>
        </p:spPr>
      </p:pic>
      <p:pic>
        <p:nvPicPr>
          <p:cNvPr id="11" name="object 18">
            <a:extLst>
              <a:ext uri="{FF2B5EF4-FFF2-40B4-BE49-F238E27FC236}">
                <a16:creationId xmlns:a16="http://schemas.microsoft.com/office/drawing/2014/main" id="{BC7FCC96-E02C-5E46-5C40-AD0C1A7371F5}"/>
              </a:ext>
            </a:extLst>
          </p:cNvPr>
          <p:cNvPicPr>
            <a:picLocks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163735" y="5969305"/>
            <a:ext cx="1122518" cy="187539"/>
          </a:xfrm>
          <a:prstGeom prst="rect">
            <a:avLst/>
          </a:prstGeom>
        </p:spPr>
      </p:pic>
      <p:pic>
        <p:nvPicPr>
          <p:cNvPr id="21" name="object 26">
            <a:extLst>
              <a:ext uri="{FF2B5EF4-FFF2-40B4-BE49-F238E27FC236}">
                <a16:creationId xmlns:a16="http://schemas.microsoft.com/office/drawing/2014/main" id="{9A4BB2B2-516A-36BF-AFCC-E5DDA23ACD09}"/>
              </a:ext>
            </a:extLst>
          </p:cNvPr>
          <p:cNvPicPr>
            <a:picLocks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448050" y="5241758"/>
            <a:ext cx="829745" cy="484229"/>
          </a:xfrm>
          <a:prstGeom prst="rect">
            <a:avLst/>
          </a:prstGeom>
        </p:spPr>
      </p:pic>
      <p:pic>
        <p:nvPicPr>
          <p:cNvPr id="22" name="Picture 21" descr="A blue circle with white letters on it&#10;&#10;AI-generated content may be incorrect.">
            <a:extLst>
              <a:ext uri="{FF2B5EF4-FFF2-40B4-BE49-F238E27FC236}">
                <a16:creationId xmlns:a16="http://schemas.microsoft.com/office/drawing/2014/main" id="{50EA25EF-3093-6A3F-0228-2F08D722E5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9075" y="5884065"/>
            <a:ext cx="513914" cy="48437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054B6AB-2BD0-14FF-311E-01B02F6FC4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8745" y="5820152"/>
            <a:ext cx="800212" cy="4858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5E4746A-CAE8-E680-B981-03144189BB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5954" y="5869206"/>
            <a:ext cx="1494908" cy="311887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B16A7587-9C93-7557-E16F-5D819082DAB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1427" y="5774883"/>
            <a:ext cx="887265" cy="431803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389A9132-0A11-19A4-51CF-9E308664995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7381" y="5308384"/>
            <a:ext cx="1290385" cy="285790"/>
          </a:xfrm>
          <a:prstGeom prst="rect">
            <a:avLst/>
          </a:prstGeom>
        </p:spPr>
      </p:pic>
      <p:pic>
        <p:nvPicPr>
          <p:cNvPr id="174" name="Picture 173">
            <a:extLst>
              <a:ext uri="{FF2B5EF4-FFF2-40B4-BE49-F238E27FC236}">
                <a16:creationId xmlns:a16="http://schemas.microsoft.com/office/drawing/2014/main" id="{F9F61C73-B821-5C16-ABFE-6E14093432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82682" y="5856601"/>
            <a:ext cx="1462514" cy="311086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F7E895EC-20D5-0506-7D3C-741D2D5C68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1806" y="5832326"/>
            <a:ext cx="1446270" cy="337752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8591CCE1-449C-5A77-2522-C4C740ACB6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23234" y="5230959"/>
            <a:ext cx="1230342" cy="455463"/>
          </a:xfrm>
          <a:prstGeom prst="rect">
            <a:avLst/>
          </a:prstGeom>
        </p:spPr>
      </p:pic>
      <p:pic>
        <p:nvPicPr>
          <p:cNvPr id="180" name="Picture 179">
            <a:extLst>
              <a:ext uri="{FF2B5EF4-FFF2-40B4-BE49-F238E27FC236}">
                <a16:creationId xmlns:a16="http://schemas.microsoft.com/office/drawing/2014/main" id="{FE6F7B23-D63E-5E36-8B06-E002D6E9757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4277" y="5278016"/>
            <a:ext cx="2219635" cy="390580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2923CF46-03C9-5FCA-BC8D-CB44AF17E7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62121" y="5289815"/>
            <a:ext cx="1195121" cy="337752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B17A9A8F-00A2-FE60-025C-6E5D683B346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98045" y="5814358"/>
            <a:ext cx="1585247" cy="36673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10F08D5-BB3D-E52F-76C8-71A5D941FF9F}"/>
              </a:ext>
            </a:extLst>
          </p:cNvPr>
          <p:cNvSpPr txBox="1"/>
          <p:nvPr/>
        </p:nvSpPr>
        <p:spPr>
          <a:xfrm>
            <a:off x="10174127" y="845238"/>
            <a:ext cx="801435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20%+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67BC76A-0BB3-F17D-CD21-C5A5509082DF}"/>
              </a:ext>
            </a:extLst>
          </p:cNvPr>
          <p:cNvSpPr txBox="1"/>
          <p:nvPr/>
        </p:nvSpPr>
        <p:spPr>
          <a:xfrm>
            <a:off x="10160054" y="1139141"/>
            <a:ext cx="13857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Roboto Condensed" panose="02000000000000000000" pitchFamily="2" charset="0"/>
                <a:cs typeface="+mn-cs"/>
              </a:rPr>
              <a:t>Zensar’s revenue from Hi-Tech clients</a:t>
            </a:r>
          </a:p>
        </p:txBody>
      </p:sp>
      <p:sp>
        <p:nvSpPr>
          <p:cNvPr id="14" name="Graphic 28">
            <a:extLst>
              <a:ext uri="{FF2B5EF4-FFF2-40B4-BE49-F238E27FC236}">
                <a16:creationId xmlns:a16="http://schemas.microsoft.com/office/drawing/2014/main" id="{75519D7B-67BE-196B-0DD3-539791F205B8}"/>
              </a:ext>
            </a:extLst>
          </p:cNvPr>
          <p:cNvSpPr/>
          <p:nvPr/>
        </p:nvSpPr>
        <p:spPr>
          <a:xfrm rot="5400000" flipH="1">
            <a:off x="9571020" y="1083299"/>
            <a:ext cx="283245" cy="594605"/>
          </a:xfrm>
          <a:custGeom>
            <a:avLst/>
            <a:gdLst>
              <a:gd name="connsiteX0" fmla="*/ 0 w 126274"/>
              <a:gd name="connsiteY0" fmla="*/ 0 h 265080"/>
              <a:gd name="connsiteX1" fmla="*/ 0 w 126274"/>
              <a:gd name="connsiteY1" fmla="*/ 265081 h 265080"/>
              <a:gd name="connsiteX2" fmla="*/ 126274 w 126274"/>
              <a:gd name="connsiteY2" fmla="*/ 132588 h 265080"/>
              <a:gd name="connsiteX3" fmla="*/ 0 w 126274"/>
              <a:gd name="connsiteY3" fmla="*/ 0 h 26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274" h="265080">
                <a:moveTo>
                  <a:pt x="0" y="0"/>
                </a:moveTo>
                <a:lnTo>
                  <a:pt x="0" y="265081"/>
                </a:lnTo>
                <a:cubicBezTo>
                  <a:pt x="69704" y="265081"/>
                  <a:pt x="126224" y="205777"/>
                  <a:pt x="126274" y="132588"/>
                </a:cubicBezTo>
                <a:cubicBezTo>
                  <a:pt x="126274" y="59362"/>
                  <a:pt x="69739" y="0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884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81F54D-EC7E-4F77-BF0C-F887EFFA0E67}"/>
              </a:ext>
            </a:extLst>
          </p:cNvPr>
          <p:cNvGrpSpPr/>
          <p:nvPr/>
        </p:nvGrpSpPr>
        <p:grpSpPr>
          <a:xfrm>
            <a:off x="9515178" y="890849"/>
            <a:ext cx="402344" cy="402340"/>
            <a:chOff x="-10027036" y="698640"/>
            <a:chExt cx="4389159" cy="4389099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756C3F4-3C5F-121D-0D14-A3FF4EDD3A2D}"/>
                </a:ext>
              </a:extLst>
            </p:cNvPr>
            <p:cNvSpPr/>
            <p:nvPr/>
          </p:nvSpPr>
          <p:spPr>
            <a:xfrm>
              <a:off x="-8939063" y="1786612"/>
              <a:ext cx="2206120" cy="2206120"/>
            </a:xfrm>
            <a:custGeom>
              <a:avLst/>
              <a:gdLst>
                <a:gd name="connsiteX0" fmla="*/ 1103060 w 2206120"/>
                <a:gd name="connsiteY0" fmla="*/ 2206121 h 2206120"/>
                <a:gd name="connsiteX1" fmla="*/ 2206121 w 2206120"/>
                <a:gd name="connsiteY1" fmla="*/ 1103060 h 2206120"/>
                <a:gd name="connsiteX2" fmla="*/ 1103060 w 2206120"/>
                <a:gd name="connsiteY2" fmla="*/ 0 h 2206120"/>
                <a:gd name="connsiteX3" fmla="*/ 0 w 2206120"/>
                <a:gd name="connsiteY3" fmla="*/ 1103060 h 2206120"/>
                <a:gd name="connsiteX4" fmla="*/ 1103060 w 2206120"/>
                <a:gd name="connsiteY4" fmla="*/ 2206121 h 2206120"/>
                <a:gd name="connsiteX5" fmla="*/ 495863 w 2206120"/>
                <a:gd name="connsiteY5" fmla="*/ 1887449 h 2206120"/>
                <a:gd name="connsiteX6" fmla="*/ 926251 w 2206120"/>
                <a:gd name="connsiteY6" fmla="*/ 1316648 h 2206120"/>
                <a:gd name="connsiteX7" fmla="*/ 964862 w 2206120"/>
                <a:gd name="connsiteY7" fmla="*/ 1269729 h 2206120"/>
                <a:gd name="connsiteX8" fmla="*/ 936509 w 2206120"/>
                <a:gd name="connsiteY8" fmla="*/ 1216002 h 2206120"/>
                <a:gd name="connsiteX9" fmla="*/ 739919 w 2206120"/>
                <a:gd name="connsiteY9" fmla="*/ 885309 h 2206120"/>
                <a:gd name="connsiteX10" fmla="*/ 1116149 w 2206120"/>
                <a:gd name="connsiteY10" fmla="*/ 509079 h 2206120"/>
                <a:gd name="connsiteX11" fmla="*/ 1492379 w 2206120"/>
                <a:gd name="connsiteY11" fmla="*/ 885309 h 2206120"/>
                <a:gd name="connsiteX12" fmla="*/ 1286375 w 2206120"/>
                <a:gd name="connsiteY12" fmla="*/ 1220557 h 2206120"/>
                <a:gd name="connsiteX13" fmla="*/ 1256562 w 2206120"/>
                <a:gd name="connsiteY13" fmla="*/ 1273560 h 2206120"/>
                <a:gd name="connsiteX14" fmla="*/ 1294026 w 2206120"/>
                <a:gd name="connsiteY14" fmla="*/ 1321507 h 2206120"/>
                <a:gd name="connsiteX15" fmla="*/ 1710209 w 2206120"/>
                <a:gd name="connsiteY15" fmla="*/ 1887449 h 2206120"/>
                <a:gd name="connsiteX16" fmla="*/ 1103011 w 2206120"/>
                <a:gd name="connsiteY16" fmla="*/ 2096403 h 2206120"/>
                <a:gd name="connsiteX17" fmla="*/ 495853 w 2206120"/>
                <a:gd name="connsiteY17" fmla="*/ 1887449 h 2206120"/>
                <a:gd name="connsiteX18" fmla="*/ 1103060 w 2206120"/>
                <a:gd name="connsiteY18" fmla="*/ 109757 h 2206120"/>
                <a:gd name="connsiteX19" fmla="*/ 2096393 w 2206120"/>
                <a:gd name="connsiteY19" fmla="*/ 1103090 h 2206120"/>
                <a:gd name="connsiteX20" fmla="*/ 1813236 w 2206120"/>
                <a:gd name="connsiteY20" fmla="*/ 1796198 h 2206120"/>
                <a:gd name="connsiteX21" fmla="*/ 1427434 w 2206120"/>
                <a:gd name="connsiteY21" fmla="*/ 1258355 h 2206120"/>
                <a:gd name="connsiteX22" fmla="*/ 1602215 w 2206120"/>
                <a:gd name="connsiteY22" fmla="*/ 885299 h 2206120"/>
                <a:gd name="connsiteX23" fmla="*/ 1116257 w 2206120"/>
                <a:gd name="connsiteY23" fmla="*/ 399341 h 2206120"/>
                <a:gd name="connsiteX24" fmla="*/ 630299 w 2206120"/>
                <a:gd name="connsiteY24" fmla="*/ 885299 h 2206120"/>
                <a:gd name="connsiteX25" fmla="*/ 794979 w 2206120"/>
                <a:gd name="connsiteY25" fmla="*/ 1249939 h 2206120"/>
                <a:gd name="connsiteX26" fmla="*/ 392954 w 2206120"/>
                <a:gd name="connsiteY26" fmla="*/ 1796169 h 2206120"/>
                <a:gd name="connsiteX27" fmla="*/ 109836 w 2206120"/>
                <a:gd name="connsiteY27" fmla="*/ 1103100 h 2206120"/>
                <a:gd name="connsiteX28" fmla="*/ 1103070 w 2206120"/>
                <a:gd name="connsiteY28" fmla="*/ 109767 h 220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06120" h="2206120">
                  <a:moveTo>
                    <a:pt x="1103060" y="2206121"/>
                  </a:moveTo>
                  <a:cubicBezTo>
                    <a:pt x="1711247" y="2206121"/>
                    <a:pt x="2206121" y="1711326"/>
                    <a:pt x="2206121" y="1103060"/>
                  </a:cubicBezTo>
                  <a:cubicBezTo>
                    <a:pt x="2206121" y="494795"/>
                    <a:pt x="1711286" y="0"/>
                    <a:pt x="1103060" y="0"/>
                  </a:cubicBezTo>
                  <a:cubicBezTo>
                    <a:pt x="494834" y="0"/>
                    <a:pt x="0" y="494795"/>
                    <a:pt x="0" y="1103060"/>
                  </a:cubicBezTo>
                  <a:cubicBezTo>
                    <a:pt x="0" y="1711326"/>
                    <a:pt x="494834" y="2206121"/>
                    <a:pt x="1103060" y="2206121"/>
                  </a:cubicBezTo>
                  <a:close/>
                  <a:moveTo>
                    <a:pt x="495863" y="1887449"/>
                  </a:moveTo>
                  <a:cubicBezTo>
                    <a:pt x="500340" y="1622505"/>
                    <a:pt x="671986" y="1393918"/>
                    <a:pt x="926251" y="1316648"/>
                  </a:cubicBezTo>
                  <a:cubicBezTo>
                    <a:pt x="947413" y="1310221"/>
                    <a:pt x="962648" y="1291734"/>
                    <a:pt x="964862" y="1269729"/>
                  </a:cubicBezTo>
                  <a:cubicBezTo>
                    <a:pt x="967125" y="1247725"/>
                    <a:pt x="955946" y="1226563"/>
                    <a:pt x="936509" y="1216002"/>
                  </a:cubicBezTo>
                  <a:cubicBezTo>
                    <a:pt x="815230" y="1149979"/>
                    <a:pt x="739919" y="1023272"/>
                    <a:pt x="739919" y="885309"/>
                  </a:cubicBezTo>
                  <a:cubicBezTo>
                    <a:pt x="739919" y="677845"/>
                    <a:pt x="908695" y="509079"/>
                    <a:pt x="1116149" y="509079"/>
                  </a:cubicBezTo>
                  <a:cubicBezTo>
                    <a:pt x="1323604" y="509079"/>
                    <a:pt x="1492379" y="677845"/>
                    <a:pt x="1492379" y="885309"/>
                  </a:cubicBezTo>
                  <a:cubicBezTo>
                    <a:pt x="1492379" y="1027319"/>
                    <a:pt x="1413424" y="1155828"/>
                    <a:pt x="1286375" y="1220557"/>
                  </a:cubicBezTo>
                  <a:cubicBezTo>
                    <a:pt x="1266624" y="1230580"/>
                    <a:pt x="1254877" y="1251477"/>
                    <a:pt x="1256562" y="1273560"/>
                  </a:cubicBezTo>
                  <a:cubicBezTo>
                    <a:pt x="1258208" y="1295643"/>
                    <a:pt x="1273021" y="1314542"/>
                    <a:pt x="1294026" y="1321507"/>
                  </a:cubicBezTo>
                  <a:cubicBezTo>
                    <a:pt x="1539836" y="1402912"/>
                    <a:pt x="1705771" y="1629539"/>
                    <a:pt x="1710209" y="1887449"/>
                  </a:cubicBezTo>
                  <a:cubicBezTo>
                    <a:pt x="1542090" y="2017869"/>
                    <a:pt x="1331794" y="2096403"/>
                    <a:pt x="1103011" y="2096403"/>
                  </a:cubicBezTo>
                  <a:cubicBezTo>
                    <a:pt x="874307" y="2096403"/>
                    <a:pt x="663982" y="2017878"/>
                    <a:pt x="495853" y="1887449"/>
                  </a:cubicBezTo>
                  <a:close/>
                  <a:moveTo>
                    <a:pt x="1103060" y="109757"/>
                  </a:moveTo>
                  <a:cubicBezTo>
                    <a:pt x="1650779" y="109757"/>
                    <a:pt x="2096393" y="555371"/>
                    <a:pt x="2096393" y="1103090"/>
                  </a:cubicBezTo>
                  <a:cubicBezTo>
                    <a:pt x="2096393" y="1372629"/>
                    <a:pt x="1988124" y="1617058"/>
                    <a:pt x="1813236" y="1796198"/>
                  </a:cubicBezTo>
                  <a:cubicBezTo>
                    <a:pt x="1780249" y="1564584"/>
                    <a:pt x="1636162" y="1363821"/>
                    <a:pt x="1427434" y="1258355"/>
                  </a:cubicBezTo>
                  <a:cubicBezTo>
                    <a:pt x="1537191" y="1167232"/>
                    <a:pt x="1602215" y="1031874"/>
                    <a:pt x="1602215" y="885299"/>
                  </a:cubicBezTo>
                  <a:cubicBezTo>
                    <a:pt x="1602215" y="617367"/>
                    <a:pt x="1384189" y="399341"/>
                    <a:pt x="1116257" y="399341"/>
                  </a:cubicBezTo>
                  <a:cubicBezTo>
                    <a:pt x="848325" y="399341"/>
                    <a:pt x="630299" y="617367"/>
                    <a:pt x="630299" y="885299"/>
                  </a:cubicBezTo>
                  <a:cubicBezTo>
                    <a:pt x="630299" y="1026633"/>
                    <a:pt x="691531" y="1158816"/>
                    <a:pt x="794979" y="1249939"/>
                  </a:cubicBezTo>
                  <a:cubicBezTo>
                    <a:pt x="576875" y="1352809"/>
                    <a:pt x="426519" y="1557060"/>
                    <a:pt x="392954" y="1796169"/>
                  </a:cubicBezTo>
                  <a:cubicBezTo>
                    <a:pt x="218094" y="1617028"/>
                    <a:pt x="109836" y="1372599"/>
                    <a:pt x="109836" y="1103100"/>
                  </a:cubicBezTo>
                  <a:cubicBezTo>
                    <a:pt x="109797" y="555420"/>
                    <a:pt x="555410" y="109767"/>
                    <a:pt x="1103070" y="10976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B307AB-4C8A-3351-E9F1-18FDA0D5759F}"/>
                </a:ext>
              </a:extLst>
            </p:cNvPr>
            <p:cNvSpPr/>
            <p:nvPr/>
          </p:nvSpPr>
          <p:spPr>
            <a:xfrm>
              <a:off x="-8181783" y="698640"/>
              <a:ext cx="698575" cy="695283"/>
            </a:xfrm>
            <a:custGeom>
              <a:avLst/>
              <a:gdLst>
                <a:gd name="connsiteX0" fmla="*/ 698575 w 698575"/>
                <a:gd name="connsiteY0" fmla="*/ 347681 h 695283"/>
                <a:gd name="connsiteX1" fmla="*/ 349288 w 698575"/>
                <a:gd name="connsiteY1" fmla="*/ 0 h 695283"/>
                <a:gd name="connsiteX2" fmla="*/ 0 w 698575"/>
                <a:gd name="connsiteY2" fmla="*/ 347681 h 695283"/>
                <a:gd name="connsiteX3" fmla="*/ 349288 w 698575"/>
                <a:gd name="connsiteY3" fmla="*/ 695284 h 695283"/>
                <a:gd name="connsiteX4" fmla="*/ 698575 w 698575"/>
                <a:gd name="connsiteY4" fmla="*/ 347681 h 695283"/>
                <a:gd name="connsiteX5" fmla="*/ 109718 w 698575"/>
                <a:gd name="connsiteY5" fmla="*/ 347681 h 695283"/>
                <a:gd name="connsiteX6" fmla="*/ 349288 w 698575"/>
                <a:gd name="connsiteY6" fmla="*/ 109718 h 695283"/>
                <a:gd name="connsiteX7" fmla="*/ 588857 w 698575"/>
                <a:gd name="connsiteY7" fmla="*/ 347642 h 695283"/>
                <a:gd name="connsiteX8" fmla="*/ 349288 w 698575"/>
                <a:gd name="connsiteY8" fmla="*/ 585526 h 695283"/>
                <a:gd name="connsiteX9" fmla="*/ 109718 w 698575"/>
                <a:gd name="connsiteY9" fmla="*/ 347681 h 69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8575" h="695283">
                  <a:moveTo>
                    <a:pt x="698575" y="347681"/>
                  </a:moveTo>
                  <a:cubicBezTo>
                    <a:pt x="698575" y="155951"/>
                    <a:pt x="541899" y="0"/>
                    <a:pt x="349288" y="0"/>
                  </a:cubicBezTo>
                  <a:cubicBezTo>
                    <a:pt x="156676" y="0"/>
                    <a:pt x="0" y="155951"/>
                    <a:pt x="0" y="347681"/>
                  </a:cubicBezTo>
                  <a:cubicBezTo>
                    <a:pt x="0" y="539333"/>
                    <a:pt x="156676" y="695284"/>
                    <a:pt x="349288" y="695284"/>
                  </a:cubicBezTo>
                  <a:cubicBezTo>
                    <a:pt x="541899" y="695284"/>
                    <a:pt x="698575" y="539294"/>
                    <a:pt x="698575" y="347681"/>
                  </a:cubicBezTo>
                  <a:close/>
                  <a:moveTo>
                    <a:pt x="109718" y="347681"/>
                  </a:moveTo>
                  <a:cubicBezTo>
                    <a:pt x="109718" y="216448"/>
                    <a:pt x="217183" y="109718"/>
                    <a:pt x="349288" y="109718"/>
                  </a:cubicBezTo>
                  <a:cubicBezTo>
                    <a:pt x="481392" y="109718"/>
                    <a:pt x="588857" y="216458"/>
                    <a:pt x="588857" y="347642"/>
                  </a:cubicBezTo>
                  <a:cubicBezTo>
                    <a:pt x="588857" y="478796"/>
                    <a:pt x="481392" y="585526"/>
                    <a:pt x="349288" y="585526"/>
                  </a:cubicBezTo>
                  <a:cubicBezTo>
                    <a:pt x="217183" y="585565"/>
                    <a:pt x="109718" y="478826"/>
                    <a:pt x="109718" y="34768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395F0DA-E510-D7D0-A1A3-4FACB2FEBCB3}"/>
                </a:ext>
              </a:extLst>
            </p:cNvPr>
            <p:cNvSpPr/>
            <p:nvPr/>
          </p:nvSpPr>
          <p:spPr>
            <a:xfrm>
              <a:off x="-9486940" y="1238756"/>
              <a:ext cx="696932" cy="696939"/>
            </a:xfrm>
            <a:custGeom>
              <a:avLst/>
              <a:gdLst>
                <a:gd name="connsiteX0" fmla="*/ 350171 w 696932"/>
                <a:gd name="connsiteY0" fmla="*/ 0 h 696939"/>
                <a:gd name="connsiteX1" fmla="*/ 349142 w 696932"/>
                <a:gd name="connsiteY1" fmla="*/ 0 h 696939"/>
                <a:gd name="connsiteX2" fmla="*/ 102646 w 696932"/>
                <a:gd name="connsiteY2" fmla="*/ 102645 h 696939"/>
                <a:gd name="connsiteX3" fmla="*/ 2 w 696932"/>
                <a:gd name="connsiteY3" fmla="*/ 349141 h 696939"/>
                <a:gd name="connsiteX4" fmla="*/ 101490 w 696932"/>
                <a:gd name="connsiteY4" fmla="*/ 595451 h 696939"/>
                <a:gd name="connsiteX5" fmla="*/ 346762 w 696932"/>
                <a:gd name="connsiteY5" fmla="*/ 696939 h 696939"/>
                <a:gd name="connsiteX6" fmla="*/ 347790 w 696932"/>
                <a:gd name="connsiteY6" fmla="*/ 696939 h 696939"/>
                <a:gd name="connsiteX7" fmla="*/ 594286 w 696932"/>
                <a:gd name="connsiteY7" fmla="*/ 594295 h 696939"/>
                <a:gd name="connsiteX8" fmla="*/ 696931 w 696932"/>
                <a:gd name="connsiteY8" fmla="*/ 347799 h 696939"/>
                <a:gd name="connsiteX9" fmla="*/ 595442 w 696932"/>
                <a:gd name="connsiteY9" fmla="*/ 101489 h 696939"/>
                <a:gd name="connsiteX10" fmla="*/ 350171 w 696932"/>
                <a:gd name="connsiteY10" fmla="*/ 0 h 696939"/>
                <a:gd name="connsiteX11" fmla="*/ 516722 w 696932"/>
                <a:gd name="connsiteY11" fmla="*/ 516721 h 696939"/>
                <a:gd name="connsiteX12" fmla="*/ 179103 w 696932"/>
                <a:gd name="connsiteY12" fmla="*/ 517906 h 696939"/>
                <a:gd name="connsiteX13" fmla="*/ 109759 w 696932"/>
                <a:gd name="connsiteY13" fmla="*/ 349445 h 696939"/>
                <a:gd name="connsiteX14" fmla="*/ 180249 w 696932"/>
                <a:gd name="connsiteY14" fmla="*/ 180248 h 696939"/>
                <a:gd name="connsiteX15" fmla="*/ 350171 w 696932"/>
                <a:gd name="connsiteY15" fmla="*/ 109836 h 696939"/>
                <a:gd name="connsiteX16" fmla="*/ 517908 w 696932"/>
                <a:gd name="connsiteY16" fmla="*/ 179062 h 696939"/>
                <a:gd name="connsiteX17" fmla="*/ 587252 w 696932"/>
                <a:gd name="connsiteY17" fmla="*/ 347524 h 696939"/>
                <a:gd name="connsiteX18" fmla="*/ 516722 w 696932"/>
                <a:gd name="connsiteY18" fmla="*/ 516721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350171" y="0"/>
                  </a:moveTo>
                  <a:lnTo>
                    <a:pt x="349142" y="0"/>
                  </a:lnTo>
                  <a:cubicBezTo>
                    <a:pt x="256138" y="265"/>
                    <a:pt x="168581" y="36700"/>
                    <a:pt x="102646" y="102645"/>
                  </a:cubicBezTo>
                  <a:cubicBezTo>
                    <a:pt x="36711" y="168589"/>
                    <a:pt x="276" y="256107"/>
                    <a:pt x="2" y="349141"/>
                  </a:cubicBezTo>
                  <a:cubicBezTo>
                    <a:pt x="-273" y="442253"/>
                    <a:pt x="35781" y="529741"/>
                    <a:pt x="101490" y="595451"/>
                  </a:cubicBezTo>
                  <a:cubicBezTo>
                    <a:pt x="166964" y="660935"/>
                    <a:pt x="254032" y="696939"/>
                    <a:pt x="346762" y="696939"/>
                  </a:cubicBezTo>
                  <a:lnTo>
                    <a:pt x="347790" y="696939"/>
                  </a:lnTo>
                  <a:cubicBezTo>
                    <a:pt x="440785" y="696675"/>
                    <a:pt x="528352" y="660239"/>
                    <a:pt x="594286" y="594295"/>
                  </a:cubicBezTo>
                  <a:cubicBezTo>
                    <a:pt x="660231" y="528389"/>
                    <a:pt x="696696" y="440832"/>
                    <a:pt x="696931" y="347799"/>
                  </a:cubicBezTo>
                  <a:cubicBezTo>
                    <a:pt x="697196" y="254687"/>
                    <a:pt x="661152" y="167198"/>
                    <a:pt x="595442" y="101489"/>
                  </a:cubicBezTo>
                  <a:cubicBezTo>
                    <a:pt x="529998" y="36005"/>
                    <a:pt x="442940" y="0"/>
                    <a:pt x="350171" y="0"/>
                  </a:cubicBezTo>
                  <a:close/>
                  <a:moveTo>
                    <a:pt x="516722" y="516721"/>
                  </a:moveTo>
                  <a:cubicBezTo>
                    <a:pt x="423267" y="610176"/>
                    <a:pt x="271833" y="610597"/>
                    <a:pt x="179103" y="517906"/>
                  </a:cubicBezTo>
                  <a:cubicBezTo>
                    <a:pt x="134213" y="473016"/>
                    <a:pt x="109563" y="413194"/>
                    <a:pt x="109759" y="349445"/>
                  </a:cubicBezTo>
                  <a:cubicBezTo>
                    <a:pt x="109945" y="285645"/>
                    <a:pt x="134977" y="225530"/>
                    <a:pt x="180249" y="180248"/>
                  </a:cubicBezTo>
                  <a:cubicBezTo>
                    <a:pt x="227168" y="133329"/>
                    <a:pt x="288743" y="109836"/>
                    <a:pt x="350171" y="109836"/>
                  </a:cubicBezTo>
                  <a:cubicBezTo>
                    <a:pt x="411021" y="109836"/>
                    <a:pt x="471754" y="132869"/>
                    <a:pt x="517908" y="179062"/>
                  </a:cubicBezTo>
                  <a:cubicBezTo>
                    <a:pt x="562798" y="223953"/>
                    <a:pt x="587409" y="283774"/>
                    <a:pt x="587252" y="347524"/>
                  </a:cubicBezTo>
                  <a:cubicBezTo>
                    <a:pt x="587066" y="411323"/>
                    <a:pt x="562034" y="471439"/>
                    <a:pt x="516722" y="51672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6DF799C-E0F8-B8C3-DC55-032D3689F9FD}"/>
                </a:ext>
              </a:extLst>
            </p:cNvPr>
            <p:cNvSpPr/>
            <p:nvPr/>
          </p:nvSpPr>
          <p:spPr>
            <a:xfrm>
              <a:off x="-10027036" y="2543912"/>
              <a:ext cx="695283" cy="698575"/>
            </a:xfrm>
            <a:custGeom>
              <a:avLst/>
              <a:gdLst>
                <a:gd name="connsiteX0" fmla="*/ 0 w 695283"/>
                <a:gd name="connsiteY0" fmla="*/ 349288 h 698575"/>
                <a:gd name="connsiteX1" fmla="*/ 347642 w 695283"/>
                <a:gd name="connsiteY1" fmla="*/ 698576 h 698575"/>
                <a:gd name="connsiteX2" fmla="*/ 695284 w 695283"/>
                <a:gd name="connsiteY2" fmla="*/ 349288 h 698575"/>
                <a:gd name="connsiteX3" fmla="*/ 347603 w 695283"/>
                <a:gd name="connsiteY3" fmla="*/ 0 h 698575"/>
                <a:gd name="connsiteX4" fmla="*/ 0 w 695283"/>
                <a:gd name="connsiteY4" fmla="*/ 349288 h 698575"/>
                <a:gd name="connsiteX5" fmla="*/ 585575 w 695283"/>
                <a:gd name="connsiteY5" fmla="*/ 349288 h 698575"/>
                <a:gd name="connsiteX6" fmla="*/ 347652 w 695283"/>
                <a:gd name="connsiteY6" fmla="*/ 588818 h 698575"/>
                <a:gd name="connsiteX7" fmla="*/ 109728 w 695283"/>
                <a:gd name="connsiteY7" fmla="*/ 349288 h 698575"/>
                <a:gd name="connsiteX8" fmla="*/ 347652 w 695283"/>
                <a:gd name="connsiteY8" fmla="*/ 109757 h 698575"/>
                <a:gd name="connsiteX9" fmla="*/ 585575 w 695283"/>
                <a:gd name="connsiteY9" fmla="*/ 349288 h 69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283" h="698575">
                  <a:moveTo>
                    <a:pt x="0" y="349288"/>
                  </a:moveTo>
                  <a:cubicBezTo>
                    <a:pt x="0" y="541900"/>
                    <a:pt x="155951" y="698576"/>
                    <a:pt x="347642" y="698576"/>
                  </a:cubicBezTo>
                  <a:cubicBezTo>
                    <a:pt x="539333" y="698576"/>
                    <a:pt x="695284" y="541900"/>
                    <a:pt x="695284" y="349288"/>
                  </a:cubicBezTo>
                  <a:cubicBezTo>
                    <a:pt x="695284" y="156676"/>
                    <a:pt x="539333" y="0"/>
                    <a:pt x="347603" y="0"/>
                  </a:cubicBezTo>
                  <a:cubicBezTo>
                    <a:pt x="155951" y="0"/>
                    <a:pt x="0" y="156676"/>
                    <a:pt x="0" y="349288"/>
                  </a:cubicBezTo>
                  <a:close/>
                  <a:moveTo>
                    <a:pt x="585575" y="349288"/>
                  </a:moveTo>
                  <a:cubicBezTo>
                    <a:pt x="585575" y="481353"/>
                    <a:pt x="478835" y="588818"/>
                    <a:pt x="347652" y="588818"/>
                  </a:cubicBezTo>
                  <a:cubicBezTo>
                    <a:pt x="216468" y="588818"/>
                    <a:pt x="109728" y="481353"/>
                    <a:pt x="109728" y="349288"/>
                  </a:cubicBezTo>
                  <a:cubicBezTo>
                    <a:pt x="109728" y="217222"/>
                    <a:pt x="216468" y="109757"/>
                    <a:pt x="347652" y="109757"/>
                  </a:cubicBezTo>
                  <a:cubicBezTo>
                    <a:pt x="478835" y="109757"/>
                    <a:pt x="585575" y="217222"/>
                    <a:pt x="585575" y="34928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92ACC9E-127C-7391-0EB1-554516BCA768}"/>
                </a:ext>
              </a:extLst>
            </p:cNvPr>
            <p:cNvSpPr/>
            <p:nvPr/>
          </p:nvSpPr>
          <p:spPr>
            <a:xfrm>
              <a:off x="-9486852" y="3850674"/>
              <a:ext cx="696932" cy="696939"/>
            </a:xfrm>
            <a:custGeom>
              <a:avLst/>
              <a:gdLst>
                <a:gd name="connsiteX0" fmla="*/ 102607 w 696932"/>
                <a:gd name="connsiteY0" fmla="*/ 594295 h 696939"/>
                <a:gd name="connsiteX1" fmla="*/ 349103 w 696932"/>
                <a:gd name="connsiteY1" fmla="*/ 696939 h 696939"/>
                <a:gd name="connsiteX2" fmla="*/ 350132 w 696932"/>
                <a:gd name="connsiteY2" fmla="*/ 696939 h 696939"/>
                <a:gd name="connsiteX3" fmla="*/ 595443 w 696932"/>
                <a:gd name="connsiteY3" fmla="*/ 595451 h 696939"/>
                <a:gd name="connsiteX4" fmla="*/ 696931 w 696932"/>
                <a:gd name="connsiteY4" fmla="*/ 349141 h 696939"/>
                <a:gd name="connsiteX5" fmla="*/ 594287 w 696932"/>
                <a:gd name="connsiteY5" fmla="*/ 102645 h 696939"/>
                <a:gd name="connsiteX6" fmla="*/ 347790 w 696932"/>
                <a:gd name="connsiteY6" fmla="*/ 0 h 696939"/>
                <a:gd name="connsiteX7" fmla="*/ 346762 w 696932"/>
                <a:gd name="connsiteY7" fmla="*/ 0 h 696939"/>
                <a:gd name="connsiteX8" fmla="*/ 101490 w 696932"/>
                <a:gd name="connsiteY8" fmla="*/ 101488 h 696939"/>
                <a:gd name="connsiteX9" fmla="*/ 2 w 696932"/>
                <a:gd name="connsiteY9" fmla="*/ 347799 h 696939"/>
                <a:gd name="connsiteX10" fmla="*/ 102607 w 696932"/>
                <a:gd name="connsiteY10" fmla="*/ 594295 h 696939"/>
                <a:gd name="connsiteX11" fmla="*/ 179035 w 696932"/>
                <a:gd name="connsiteY11" fmla="*/ 179062 h 696939"/>
                <a:gd name="connsiteX12" fmla="*/ 346771 w 696932"/>
                <a:gd name="connsiteY12" fmla="*/ 109836 h 696939"/>
                <a:gd name="connsiteX13" fmla="*/ 516654 w 696932"/>
                <a:gd name="connsiteY13" fmla="*/ 180248 h 696939"/>
                <a:gd name="connsiteX14" fmla="*/ 587144 w 696932"/>
                <a:gd name="connsiteY14" fmla="*/ 349444 h 696939"/>
                <a:gd name="connsiteX15" fmla="*/ 517800 w 696932"/>
                <a:gd name="connsiteY15" fmla="*/ 517906 h 696939"/>
                <a:gd name="connsiteX16" fmla="*/ 180142 w 696932"/>
                <a:gd name="connsiteY16" fmla="*/ 516721 h 696939"/>
                <a:gd name="connsiteX17" fmla="*/ 109651 w 696932"/>
                <a:gd name="connsiteY17" fmla="*/ 347524 h 696939"/>
                <a:gd name="connsiteX18" fmla="*/ 179035 w 696932"/>
                <a:gd name="connsiteY18" fmla="*/ 179062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102607" y="594295"/>
                  </a:moveTo>
                  <a:cubicBezTo>
                    <a:pt x="168542" y="660239"/>
                    <a:pt x="256070" y="696665"/>
                    <a:pt x="349103" y="696939"/>
                  </a:cubicBezTo>
                  <a:lnTo>
                    <a:pt x="350132" y="696939"/>
                  </a:lnTo>
                  <a:cubicBezTo>
                    <a:pt x="442901" y="696939"/>
                    <a:pt x="529998" y="660925"/>
                    <a:pt x="595443" y="595451"/>
                  </a:cubicBezTo>
                  <a:cubicBezTo>
                    <a:pt x="661152" y="529780"/>
                    <a:pt x="697205" y="442253"/>
                    <a:pt x="696931" y="349141"/>
                  </a:cubicBezTo>
                  <a:cubicBezTo>
                    <a:pt x="696706" y="256068"/>
                    <a:pt x="660231" y="168540"/>
                    <a:pt x="594287" y="102645"/>
                  </a:cubicBezTo>
                  <a:cubicBezTo>
                    <a:pt x="528352" y="36710"/>
                    <a:pt x="440824" y="274"/>
                    <a:pt x="347790" y="0"/>
                  </a:cubicBezTo>
                  <a:lnTo>
                    <a:pt x="346762" y="0"/>
                  </a:lnTo>
                  <a:cubicBezTo>
                    <a:pt x="254032" y="0"/>
                    <a:pt x="166935" y="36014"/>
                    <a:pt x="101490" y="101488"/>
                  </a:cubicBezTo>
                  <a:cubicBezTo>
                    <a:pt x="35781" y="167159"/>
                    <a:pt x="-273" y="254687"/>
                    <a:pt x="2" y="347799"/>
                  </a:cubicBezTo>
                  <a:cubicBezTo>
                    <a:pt x="198" y="440871"/>
                    <a:pt x="36663" y="528360"/>
                    <a:pt x="102607" y="594295"/>
                  </a:cubicBezTo>
                  <a:close/>
                  <a:moveTo>
                    <a:pt x="179035" y="179062"/>
                  </a:moveTo>
                  <a:cubicBezTo>
                    <a:pt x="225228" y="132869"/>
                    <a:pt x="285882" y="109836"/>
                    <a:pt x="346771" y="109836"/>
                  </a:cubicBezTo>
                  <a:cubicBezTo>
                    <a:pt x="408151" y="109836"/>
                    <a:pt x="469775" y="133290"/>
                    <a:pt x="516654" y="180248"/>
                  </a:cubicBezTo>
                  <a:cubicBezTo>
                    <a:pt x="561966" y="225520"/>
                    <a:pt x="586988" y="285645"/>
                    <a:pt x="587144" y="349444"/>
                  </a:cubicBezTo>
                  <a:cubicBezTo>
                    <a:pt x="587340" y="413204"/>
                    <a:pt x="562730" y="472976"/>
                    <a:pt x="517800" y="517906"/>
                  </a:cubicBezTo>
                  <a:cubicBezTo>
                    <a:pt x="424992" y="610715"/>
                    <a:pt x="273558" y="610176"/>
                    <a:pt x="180142" y="516721"/>
                  </a:cubicBezTo>
                  <a:cubicBezTo>
                    <a:pt x="134869" y="471448"/>
                    <a:pt x="109798" y="411323"/>
                    <a:pt x="109651" y="347524"/>
                  </a:cubicBezTo>
                  <a:cubicBezTo>
                    <a:pt x="109495" y="283764"/>
                    <a:pt x="134144" y="223953"/>
                    <a:pt x="179035" y="179062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3815C0F-1D1E-F8E6-9710-110417E0FEF6}"/>
                </a:ext>
              </a:extLst>
            </p:cNvPr>
            <p:cNvSpPr/>
            <p:nvPr/>
          </p:nvSpPr>
          <p:spPr>
            <a:xfrm>
              <a:off x="-8181783" y="4392456"/>
              <a:ext cx="698575" cy="695283"/>
            </a:xfrm>
            <a:custGeom>
              <a:avLst/>
              <a:gdLst>
                <a:gd name="connsiteX0" fmla="*/ 698575 w 698575"/>
                <a:gd name="connsiteY0" fmla="*/ 347603 h 695283"/>
                <a:gd name="connsiteX1" fmla="*/ 349288 w 698575"/>
                <a:gd name="connsiteY1" fmla="*/ 0 h 695283"/>
                <a:gd name="connsiteX2" fmla="*/ 0 w 698575"/>
                <a:gd name="connsiteY2" fmla="*/ 347603 h 695283"/>
                <a:gd name="connsiteX3" fmla="*/ 349288 w 698575"/>
                <a:gd name="connsiteY3" fmla="*/ 695284 h 695283"/>
                <a:gd name="connsiteX4" fmla="*/ 698575 w 698575"/>
                <a:gd name="connsiteY4" fmla="*/ 347603 h 695283"/>
                <a:gd name="connsiteX5" fmla="*/ 109718 w 698575"/>
                <a:gd name="connsiteY5" fmla="*/ 347603 h 695283"/>
                <a:gd name="connsiteX6" fmla="*/ 349288 w 698575"/>
                <a:gd name="connsiteY6" fmla="*/ 109718 h 695283"/>
                <a:gd name="connsiteX7" fmla="*/ 588857 w 698575"/>
                <a:gd name="connsiteY7" fmla="*/ 347603 h 695283"/>
                <a:gd name="connsiteX8" fmla="*/ 349288 w 698575"/>
                <a:gd name="connsiteY8" fmla="*/ 585566 h 695283"/>
                <a:gd name="connsiteX9" fmla="*/ 109718 w 698575"/>
                <a:gd name="connsiteY9" fmla="*/ 347603 h 69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8575" h="695283">
                  <a:moveTo>
                    <a:pt x="698575" y="347603"/>
                  </a:moveTo>
                  <a:cubicBezTo>
                    <a:pt x="698575" y="155951"/>
                    <a:pt x="541899" y="0"/>
                    <a:pt x="349288" y="0"/>
                  </a:cubicBezTo>
                  <a:cubicBezTo>
                    <a:pt x="156676" y="0"/>
                    <a:pt x="0" y="155951"/>
                    <a:pt x="0" y="347603"/>
                  </a:cubicBezTo>
                  <a:cubicBezTo>
                    <a:pt x="0" y="539333"/>
                    <a:pt x="156676" y="695284"/>
                    <a:pt x="349288" y="695284"/>
                  </a:cubicBezTo>
                  <a:cubicBezTo>
                    <a:pt x="541899" y="695284"/>
                    <a:pt x="698575" y="539333"/>
                    <a:pt x="698575" y="347603"/>
                  </a:cubicBezTo>
                  <a:close/>
                  <a:moveTo>
                    <a:pt x="109718" y="347603"/>
                  </a:moveTo>
                  <a:cubicBezTo>
                    <a:pt x="109718" y="216448"/>
                    <a:pt x="217183" y="109718"/>
                    <a:pt x="349288" y="109718"/>
                  </a:cubicBezTo>
                  <a:cubicBezTo>
                    <a:pt x="481392" y="109718"/>
                    <a:pt x="588857" y="216458"/>
                    <a:pt x="588857" y="347603"/>
                  </a:cubicBezTo>
                  <a:cubicBezTo>
                    <a:pt x="588857" y="478835"/>
                    <a:pt x="481392" y="585566"/>
                    <a:pt x="349288" y="585566"/>
                  </a:cubicBezTo>
                  <a:cubicBezTo>
                    <a:pt x="217183" y="585566"/>
                    <a:pt x="109718" y="478826"/>
                    <a:pt x="109718" y="347603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8CD2DFC-722B-4625-A1DB-530D42EC1C20}"/>
                </a:ext>
              </a:extLst>
            </p:cNvPr>
            <p:cNvSpPr/>
            <p:nvPr/>
          </p:nvSpPr>
          <p:spPr>
            <a:xfrm>
              <a:off x="-6874973" y="3850674"/>
              <a:ext cx="696971" cy="696939"/>
            </a:xfrm>
            <a:custGeom>
              <a:avLst/>
              <a:gdLst>
                <a:gd name="connsiteX0" fmla="*/ 349142 w 696971"/>
                <a:gd name="connsiteY0" fmla="*/ 0 h 696939"/>
                <a:gd name="connsiteX1" fmla="*/ 102646 w 696971"/>
                <a:gd name="connsiteY1" fmla="*/ 102645 h 696939"/>
                <a:gd name="connsiteX2" fmla="*/ 1 w 696971"/>
                <a:gd name="connsiteY2" fmla="*/ 349141 h 696939"/>
                <a:gd name="connsiteX3" fmla="*/ 101490 w 696971"/>
                <a:gd name="connsiteY3" fmla="*/ 595451 h 696939"/>
                <a:gd name="connsiteX4" fmla="*/ 346801 w 696971"/>
                <a:gd name="connsiteY4" fmla="*/ 696939 h 696939"/>
                <a:gd name="connsiteX5" fmla="*/ 347829 w 696971"/>
                <a:gd name="connsiteY5" fmla="*/ 696939 h 696939"/>
                <a:gd name="connsiteX6" fmla="*/ 594325 w 696971"/>
                <a:gd name="connsiteY6" fmla="*/ 594295 h 696939"/>
                <a:gd name="connsiteX7" fmla="*/ 696970 w 696971"/>
                <a:gd name="connsiteY7" fmla="*/ 347799 h 696939"/>
                <a:gd name="connsiteX8" fmla="*/ 595482 w 696971"/>
                <a:gd name="connsiteY8" fmla="*/ 101488 h 696939"/>
                <a:gd name="connsiteX9" fmla="*/ 350210 w 696971"/>
                <a:gd name="connsiteY9" fmla="*/ 0 h 696939"/>
                <a:gd name="connsiteX10" fmla="*/ 349142 w 696971"/>
                <a:gd name="connsiteY10" fmla="*/ 0 h 696939"/>
                <a:gd name="connsiteX11" fmla="*/ 587183 w 696971"/>
                <a:gd name="connsiteY11" fmla="*/ 347534 h 696939"/>
                <a:gd name="connsiteX12" fmla="*/ 516693 w 696971"/>
                <a:gd name="connsiteY12" fmla="*/ 516731 h 696939"/>
                <a:gd name="connsiteX13" fmla="*/ 179034 w 696971"/>
                <a:gd name="connsiteY13" fmla="*/ 517916 h 696939"/>
                <a:gd name="connsiteX14" fmla="*/ 109690 w 696971"/>
                <a:gd name="connsiteY14" fmla="*/ 349454 h 696939"/>
                <a:gd name="connsiteX15" fmla="*/ 180181 w 696971"/>
                <a:gd name="connsiteY15" fmla="*/ 180258 h 696939"/>
                <a:gd name="connsiteX16" fmla="*/ 350063 w 696971"/>
                <a:gd name="connsiteY16" fmla="*/ 109845 h 696939"/>
                <a:gd name="connsiteX17" fmla="*/ 517800 w 696971"/>
                <a:gd name="connsiteY17" fmla="*/ 179072 h 696939"/>
                <a:gd name="connsiteX18" fmla="*/ 587183 w 696971"/>
                <a:gd name="connsiteY18" fmla="*/ 347534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71" h="696939">
                  <a:moveTo>
                    <a:pt x="349142" y="0"/>
                  </a:moveTo>
                  <a:cubicBezTo>
                    <a:pt x="256148" y="264"/>
                    <a:pt x="168581" y="36700"/>
                    <a:pt x="102646" y="102645"/>
                  </a:cubicBezTo>
                  <a:cubicBezTo>
                    <a:pt x="36702" y="168550"/>
                    <a:pt x="236" y="256107"/>
                    <a:pt x="1" y="349141"/>
                  </a:cubicBezTo>
                  <a:cubicBezTo>
                    <a:pt x="-263" y="442253"/>
                    <a:pt x="35781" y="529741"/>
                    <a:pt x="101490" y="595451"/>
                  </a:cubicBezTo>
                  <a:cubicBezTo>
                    <a:pt x="166974" y="660935"/>
                    <a:pt x="254031" y="696939"/>
                    <a:pt x="346801" y="696939"/>
                  </a:cubicBezTo>
                  <a:lnTo>
                    <a:pt x="347829" y="696939"/>
                  </a:lnTo>
                  <a:cubicBezTo>
                    <a:pt x="440834" y="696675"/>
                    <a:pt x="528391" y="660239"/>
                    <a:pt x="594325" y="594295"/>
                  </a:cubicBezTo>
                  <a:cubicBezTo>
                    <a:pt x="660270" y="528350"/>
                    <a:pt x="696696" y="440832"/>
                    <a:pt x="696970" y="347799"/>
                  </a:cubicBezTo>
                  <a:cubicBezTo>
                    <a:pt x="697245" y="254687"/>
                    <a:pt x="661191" y="167198"/>
                    <a:pt x="595482" y="101488"/>
                  </a:cubicBezTo>
                  <a:cubicBezTo>
                    <a:pt x="530007" y="36004"/>
                    <a:pt x="442940" y="0"/>
                    <a:pt x="350210" y="0"/>
                  </a:cubicBezTo>
                  <a:lnTo>
                    <a:pt x="349142" y="0"/>
                  </a:lnTo>
                  <a:close/>
                  <a:moveTo>
                    <a:pt x="587183" y="347534"/>
                  </a:moveTo>
                  <a:cubicBezTo>
                    <a:pt x="586988" y="411333"/>
                    <a:pt x="561965" y="471448"/>
                    <a:pt x="516693" y="516731"/>
                  </a:cubicBezTo>
                  <a:cubicBezTo>
                    <a:pt x="423238" y="610186"/>
                    <a:pt x="271804" y="610724"/>
                    <a:pt x="179034" y="517916"/>
                  </a:cubicBezTo>
                  <a:cubicBezTo>
                    <a:pt x="134144" y="473025"/>
                    <a:pt x="109533" y="413204"/>
                    <a:pt x="109690" y="349454"/>
                  </a:cubicBezTo>
                  <a:cubicBezTo>
                    <a:pt x="109837" y="285655"/>
                    <a:pt x="134908" y="225540"/>
                    <a:pt x="180181" y="180258"/>
                  </a:cubicBezTo>
                  <a:cubicBezTo>
                    <a:pt x="227099" y="133339"/>
                    <a:pt x="288635" y="109845"/>
                    <a:pt x="350063" y="109845"/>
                  </a:cubicBezTo>
                  <a:cubicBezTo>
                    <a:pt x="410913" y="109845"/>
                    <a:pt x="471646" y="132918"/>
                    <a:pt x="517800" y="179072"/>
                  </a:cubicBezTo>
                  <a:cubicBezTo>
                    <a:pt x="562730" y="223963"/>
                    <a:pt x="587370" y="283784"/>
                    <a:pt x="587183" y="34753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BFFF146-C53D-A4E0-433C-9031451B9491}"/>
                </a:ext>
              </a:extLst>
            </p:cNvPr>
            <p:cNvSpPr/>
            <p:nvPr/>
          </p:nvSpPr>
          <p:spPr>
            <a:xfrm>
              <a:off x="-6333199" y="2543931"/>
              <a:ext cx="695322" cy="698575"/>
            </a:xfrm>
            <a:custGeom>
              <a:avLst/>
              <a:gdLst>
                <a:gd name="connsiteX0" fmla="*/ 347681 w 695322"/>
                <a:gd name="connsiteY0" fmla="*/ 0 h 698575"/>
                <a:gd name="connsiteX1" fmla="*/ 0 w 695322"/>
                <a:gd name="connsiteY1" fmla="*/ 349288 h 698575"/>
                <a:gd name="connsiteX2" fmla="*/ 347681 w 695322"/>
                <a:gd name="connsiteY2" fmla="*/ 698575 h 698575"/>
                <a:gd name="connsiteX3" fmla="*/ 695323 w 695322"/>
                <a:gd name="connsiteY3" fmla="*/ 349288 h 698575"/>
                <a:gd name="connsiteX4" fmla="*/ 347681 w 695322"/>
                <a:gd name="connsiteY4" fmla="*/ 0 h 698575"/>
                <a:gd name="connsiteX5" fmla="*/ 347681 w 695322"/>
                <a:gd name="connsiteY5" fmla="*/ 588828 h 698575"/>
                <a:gd name="connsiteX6" fmla="*/ 109757 w 695322"/>
                <a:gd name="connsiteY6" fmla="*/ 349297 h 698575"/>
                <a:gd name="connsiteX7" fmla="*/ 347681 w 695322"/>
                <a:gd name="connsiteY7" fmla="*/ 109767 h 698575"/>
                <a:gd name="connsiteX8" fmla="*/ 585604 w 695322"/>
                <a:gd name="connsiteY8" fmla="*/ 349297 h 698575"/>
                <a:gd name="connsiteX9" fmla="*/ 347681 w 695322"/>
                <a:gd name="connsiteY9" fmla="*/ 588828 h 69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22" h="698575">
                  <a:moveTo>
                    <a:pt x="347681" y="0"/>
                  </a:moveTo>
                  <a:cubicBezTo>
                    <a:pt x="155990" y="0"/>
                    <a:pt x="0" y="156676"/>
                    <a:pt x="0" y="349288"/>
                  </a:cubicBezTo>
                  <a:cubicBezTo>
                    <a:pt x="0" y="541899"/>
                    <a:pt x="155951" y="698575"/>
                    <a:pt x="347681" y="698575"/>
                  </a:cubicBezTo>
                  <a:cubicBezTo>
                    <a:pt x="539372" y="698575"/>
                    <a:pt x="695323" y="541899"/>
                    <a:pt x="695323" y="349288"/>
                  </a:cubicBezTo>
                  <a:cubicBezTo>
                    <a:pt x="695323" y="156676"/>
                    <a:pt x="539372" y="0"/>
                    <a:pt x="347681" y="0"/>
                  </a:cubicBezTo>
                  <a:close/>
                  <a:moveTo>
                    <a:pt x="347681" y="588828"/>
                  </a:moveTo>
                  <a:cubicBezTo>
                    <a:pt x="216448" y="588828"/>
                    <a:pt x="109757" y="481363"/>
                    <a:pt x="109757" y="349297"/>
                  </a:cubicBezTo>
                  <a:cubicBezTo>
                    <a:pt x="109757" y="217232"/>
                    <a:pt x="216497" y="109767"/>
                    <a:pt x="347681" y="109767"/>
                  </a:cubicBezTo>
                  <a:cubicBezTo>
                    <a:pt x="478864" y="109767"/>
                    <a:pt x="585604" y="217232"/>
                    <a:pt x="585604" y="349297"/>
                  </a:cubicBezTo>
                  <a:cubicBezTo>
                    <a:pt x="585604" y="481363"/>
                    <a:pt x="478864" y="588828"/>
                    <a:pt x="347681" y="58882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B8DEBD3-C772-891B-531B-C2773550DE27}"/>
                </a:ext>
              </a:extLst>
            </p:cNvPr>
            <p:cNvSpPr/>
            <p:nvPr/>
          </p:nvSpPr>
          <p:spPr>
            <a:xfrm>
              <a:off x="-6875032" y="1238756"/>
              <a:ext cx="696932" cy="696939"/>
            </a:xfrm>
            <a:custGeom>
              <a:avLst/>
              <a:gdLst>
                <a:gd name="connsiteX0" fmla="*/ 347830 w 696932"/>
                <a:gd name="connsiteY0" fmla="*/ 0 h 696939"/>
                <a:gd name="connsiteX1" fmla="*/ 346801 w 696932"/>
                <a:gd name="connsiteY1" fmla="*/ 0 h 696939"/>
                <a:gd name="connsiteX2" fmla="*/ 101490 w 696932"/>
                <a:gd name="connsiteY2" fmla="*/ 101489 h 696939"/>
                <a:gd name="connsiteX3" fmla="*/ 2 w 696932"/>
                <a:gd name="connsiteY3" fmla="*/ 347799 h 696939"/>
                <a:gd name="connsiteX4" fmla="*/ 102646 w 696932"/>
                <a:gd name="connsiteY4" fmla="*/ 594295 h 696939"/>
                <a:gd name="connsiteX5" fmla="*/ 349143 w 696932"/>
                <a:gd name="connsiteY5" fmla="*/ 696939 h 696939"/>
                <a:gd name="connsiteX6" fmla="*/ 350171 w 696932"/>
                <a:gd name="connsiteY6" fmla="*/ 696939 h 696939"/>
                <a:gd name="connsiteX7" fmla="*/ 595443 w 696932"/>
                <a:gd name="connsiteY7" fmla="*/ 595451 h 696939"/>
                <a:gd name="connsiteX8" fmla="*/ 696931 w 696932"/>
                <a:gd name="connsiteY8" fmla="*/ 349141 h 696939"/>
                <a:gd name="connsiteX9" fmla="*/ 594286 w 696932"/>
                <a:gd name="connsiteY9" fmla="*/ 102645 h 696939"/>
                <a:gd name="connsiteX10" fmla="*/ 347830 w 696932"/>
                <a:gd name="connsiteY10" fmla="*/ 0 h 696939"/>
                <a:gd name="connsiteX11" fmla="*/ 517898 w 696932"/>
                <a:gd name="connsiteY11" fmla="*/ 517906 h 696939"/>
                <a:gd name="connsiteX12" fmla="*/ 180279 w 696932"/>
                <a:gd name="connsiteY12" fmla="*/ 516721 h 696939"/>
                <a:gd name="connsiteX13" fmla="*/ 109789 w 696932"/>
                <a:gd name="connsiteY13" fmla="*/ 347524 h 696939"/>
                <a:gd name="connsiteX14" fmla="*/ 179132 w 696932"/>
                <a:gd name="connsiteY14" fmla="*/ 179062 h 696939"/>
                <a:gd name="connsiteX15" fmla="*/ 346869 w 696932"/>
                <a:gd name="connsiteY15" fmla="*/ 109836 h 696939"/>
                <a:gd name="connsiteX16" fmla="*/ 516791 w 696932"/>
                <a:gd name="connsiteY16" fmla="*/ 180248 h 696939"/>
                <a:gd name="connsiteX17" fmla="*/ 587282 w 696932"/>
                <a:gd name="connsiteY17" fmla="*/ 349445 h 696939"/>
                <a:gd name="connsiteX18" fmla="*/ 517898 w 696932"/>
                <a:gd name="connsiteY18" fmla="*/ 517906 h 69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6932" h="696939">
                  <a:moveTo>
                    <a:pt x="347830" y="0"/>
                  </a:moveTo>
                  <a:lnTo>
                    <a:pt x="346801" y="0"/>
                  </a:lnTo>
                  <a:cubicBezTo>
                    <a:pt x="254032" y="0"/>
                    <a:pt x="166935" y="36014"/>
                    <a:pt x="101490" y="101489"/>
                  </a:cubicBezTo>
                  <a:cubicBezTo>
                    <a:pt x="35781" y="167159"/>
                    <a:pt x="-273" y="254687"/>
                    <a:pt x="2" y="347799"/>
                  </a:cubicBezTo>
                  <a:cubicBezTo>
                    <a:pt x="227" y="440872"/>
                    <a:pt x="36702" y="528399"/>
                    <a:pt x="102646" y="594295"/>
                  </a:cubicBezTo>
                  <a:cubicBezTo>
                    <a:pt x="168581" y="660230"/>
                    <a:pt x="256109" y="696665"/>
                    <a:pt x="349143" y="696939"/>
                  </a:cubicBezTo>
                  <a:lnTo>
                    <a:pt x="350171" y="696939"/>
                  </a:lnTo>
                  <a:cubicBezTo>
                    <a:pt x="442901" y="696939"/>
                    <a:pt x="529998" y="660925"/>
                    <a:pt x="595443" y="595451"/>
                  </a:cubicBezTo>
                  <a:cubicBezTo>
                    <a:pt x="661152" y="529781"/>
                    <a:pt x="697205" y="442253"/>
                    <a:pt x="696931" y="349141"/>
                  </a:cubicBezTo>
                  <a:cubicBezTo>
                    <a:pt x="696667" y="256068"/>
                    <a:pt x="660192" y="168580"/>
                    <a:pt x="594286" y="102645"/>
                  </a:cubicBezTo>
                  <a:cubicBezTo>
                    <a:pt x="528381" y="36710"/>
                    <a:pt x="440863" y="274"/>
                    <a:pt x="347830" y="0"/>
                  </a:cubicBezTo>
                  <a:close/>
                  <a:moveTo>
                    <a:pt x="517898" y="517906"/>
                  </a:moveTo>
                  <a:cubicBezTo>
                    <a:pt x="425129" y="610636"/>
                    <a:pt x="273695" y="610215"/>
                    <a:pt x="180279" y="516721"/>
                  </a:cubicBezTo>
                  <a:cubicBezTo>
                    <a:pt x="134967" y="471448"/>
                    <a:pt x="109935" y="411323"/>
                    <a:pt x="109789" y="347524"/>
                  </a:cubicBezTo>
                  <a:cubicBezTo>
                    <a:pt x="109592" y="283764"/>
                    <a:pt x="134203" y="223992"/>
                    <a:pt x="179132" y="179062"/>
                  </a:cubicBezTo>
                  <a:cubicBezTo>
                    <a:pt x="225326" y="132869"/>
                    <a:pt x="286019" y="109836"/>
                    <a:pt x="346869" y="109836"/>
                  </a:cubicBezTo>
                  <a:cubicBezTo>
                    <a:pt x="408288" y="109836"/>
                    <a:pt x="469873" y="133290"/>
                    <a:pt x="516791" y="180248"/>
                  </a:cubicBezTo>
                  <a:cubicBezTo>
                    <a:pt x="562064" y="225520"/>
                    <a:pt x="587125" y="285645"/>
                    <a:pt x="587282" y="349445"/>
                  </a:cubicBezTo>
                  <a:cubicBezTo>
                    <a:pt x="587438" y="413204"/>
                    <a:pt x="562789" y="473016"/>
                    <a:pt x="517898" y="517906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03779A4-4830-B755-E9EF-4DCFDF58602A}"/>
                </a:ext>
              </a:extLst>
            </p:cNvPr>
            <p:cNvSpPr/>
            <p:nvPr/>
          </p:nvSpPr>
          <p:spPr>
            <a:xfrm>
              <a:off x="-7359657" y="1067862"/>
              <a:ext cx="480562" cy="266132"/>
            </a:xfrm>
            <a:custGeom>
              <a:avLst/>
              <a:gdLst>
                <a:gd name="connsiteX0" fmla="*/ 398931 w 480562"/>
                <a:gd name="connsiteY0" fmla="*/ 259167 h 266132"/>
                <a:gd name="connsiteX1" fmla="*/ 425609 w 480562"/>
                <a:gd name="connsiteY1" fmla="*/ 266132 h 266132"/>
                <a:gd name="connsiteX2" fmla="*/ 473596 w 480562"/>
                <a:gd name="connsiteY2" fmla="*/ 238005 h 266132"/>
                <a:gd name="connsiteX3" fmla="*/ 452394 w 480562"/>
                <a:gd name="connsiteY3" fmla="*/ 163380 h 266132"/>
                <a:gd name="connsiteX4" fmla="*/ 70531 w 480562"/>
                <a:gd name="connsiteY4" fmla="*/ 2331 h 266132"/>
                <a:gd name="connsiteX5" fmla="*/ 2294 w 480562"/>
                <a:gd name="connsiteY5" fmla="*/ 39261 h 266132"/>
                <a:gd name="connsiteX6" fmla="*/ 39229 w 480562"/>
                <a:gd name="connsiteY6" fmla="*/ 107458 h 266132"/>
                <a:gd name="connsiteX7" fmla="*/ 398931 w 480562"/>
                <a:gd name="connsiteY7" fmla="*/ 259157 h 26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562" h="266132">
                  <a:moveTo>
                    <a:pt x="398931" y="259167"/>
                  </a:moveTo>
                  <a:cubicBezTo>
                    <a:pt x="407386" y="263869"/>
                    <a:pt x="416576" y="266132"/>
                    <a:pt x="425609" y="266132"/>
                  </a:cubicBezTo>
                  <a:cubicBezTo>
                    <a:pt x="444860" y="266132"/>
                    <a:pt x="463534" y="255992"/>
                    <a:pt x="473596" y="238005"/>
                  </a:cubicBezTo>
                  <a:cubicBezTo>
                    <a:pt x="488370" y="211523"/>
                    <a:pt x="478876" y="178115"/>
                    <a:pt x="452394" y="163380"/>
                  </a:cubicBezTo>
                  <a:cubicBezTo>
                    <a:pt x="331458" y="95868"/>
                    <a:pt x="202949" y="41715"/>
                    <a:pt x="70531" y="2331"/>
                  </a:cubicBezTo>
                  <a:cubicBezTo>
                    <a:pt x="41522" y="-6395"/>
                    <a:pt x="10945" y="10138"/>
                    <a:pt x="2294" y="39261"/>
                  </a:cubicBezTo>
                  <a:cubicBezTo>
                    <a:pt x="-6357" y="68308"/>
                    <a:pt x="10220" y="98846"/>
                    <a:pt x="39229" y="107458"/>
                  </a:cubicBezTo>
                  <a:cubicBezTo>
                    <a:pt x="163986" y="144540"/>
                    <a:pt x="285001" y="195593"/>
                    <a:pt x="398931" y="259157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34829AE5-8FA9-0A63-11B0-DBADC5429708}"/>
                </a:ext>
              </a:extLst>
            </p:cNvPr>
            <p:cNvSpPr/>
            <p:nvPr/>
          </p:nvSpPr>
          <p:spPr>
            <a:xfrm>
              <a:off x="-8761173" y="1059698"/>
              <a:ext cx="482473" cy="261353"/>
            </a:xfrm>
            <a:custGeom>
              <a:avLst/>
              <a:gdLst>
                <a:gd name="connsiteX0" fmla="*/ 54890 w 482473"/>
                <a:gd name="connsiteY0" fmla="*/ 261354 h 261353"/>
                <a:gd name="connsiteX1" fmla="*/ 80950 w 482473"/>
                <a:gd name="connsiteY1" fmla="*/ 254692 h 261353"/>
                <a:gd name="connsiteX2" fmla="*/ 442563 w 482473"/>
                <a:gd name="connsiteY2" fmla="*/ 107656 h 261353"/>
                <a:gd name="connsiteX3" fmla="*/ 480380 w 482473"/>
                <a:gd name="connsiteY3" fmla="*/ 39921 h 261353"/>
                <a:gd name="connsiteX4" fmla="*/ 412642 w 482473"/>
                <a:gd name="connsiteY4" fmla="*/ 2110 h 261353"/>
                <a:gd name="connsiteX5" fmla="*/ 28751 w 482473"/>
                <a:gd name="connsiteY5" fmla="*/ 158180 h 261353"/>
                <a:gd name="connsiteX6" fmla="*/ 6629 w 482473"/>
                <a:gd name="connsiteY6" fmla="*/ 232619 h 261353"/>
                <a:gd name="connsiteX7" fmla="*/ 54890 w 482473"/>
                <a:gd name="connsiteY7" fmla="*/ 261354 h 261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473" h="261353">
                  <a:moveTo>
                    <a:pt x="54890" y="261354"/>
                  </a:moveTo>
                  <a:cubicBezTo>
                    <a:pt x="63688" y="261354"/>
                    <a:pt x="72643" y="259208"/>
                    <a:pt x="80950" y="254692"/>
                  </a:cubicBezTo>
                  <a:cubicBezTo>
                    <a:pt x="195420" y="192774"/>
                    <a:pt x="317081" y="143249"/>
                    <a:pt x="442563" y="107656"/>
                  </a:cubicBezTo>
                  <a:cubicBezTo>
                    <a:pt x="471729" y="99397"/>
                    <a:pt x="488639" y="69083"/>
                    <a:pt x="480380" y="39921"/>
                  </a:cubicBezTo>
                  <a:cubicBezTo>
                    <a:pt x="472111" y="10759"/>
                    <a:pt x="441916" y="-6194"/>
                    <a:pt x="412642" y="2110"/>
                  </a:cubicBezTo>
                  <a:cubicBezTo>
                    <a:pt x="279460" y="39883"/>
                    <a:pt x="150295" y="92392"/>
                    <a:pt x="28751" y="158180"/>
                  </a:cubicBezTo>
                  <a:cubicBezTo>
                    <a:pt x="2113" y="172641"/>
                    <a:pt x="-7802" y="205902"/>
                    <a:pt x="6629" y="232619"/>
                  </a:cubicBezTo>
                  <a:cubicBezTo>
                    <a:pt x="16505" y="250949"/>
                    <a:pt x="35364" y="261354"/>
                    <a:pt x="54890" y="261354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AB3705D-8250-EA11-E9BB-98D80E1D0B8C}"/>
                </a:ext>
              </a:extLst>
            </p:cNvPr>
            <p:cNvSpPr/>
            <p:nvPr/>
          </p:nvSpPr>
          <p:spPr>
            <a:xfrm>
              <a:off x="-9650964" y="1932983"/>
              <a:ext cx="266134" cy="480499"/>
            </a:xfrm>
            <a:custGeom>
              <a:avLst/>
              <a:gdLst>
                <a:gd name="connsiteX0" fmla="*/ 2294 w 266134"/>
                <a:gd name="connsiteY0" fmla="*/ 410009 h 480499"/>
                <a:gd name="connsiteX1" fmla="*/ 39220 w 266134"/>
                <a:gd name="connsiteY1" fmla="*/ 478207 h 480499"/>
                <a:gd name="connsiteX2" fmla="*/ 54875 w 266134"/>
                <a:gd name="connsiteY2" fmla="*/ 480500 h 480499"/>
                <a:gd name="connsiteX3" fmla="*/ 107417 w 266134"/>
                <a:gd name="connsiteY3" fmla="*/ 441272 h 480499"/>
                <a:gd name="connsiteX4" fmla="*/ 259165 w 266134"/>
                <a:gd name="connsiteY4" fmla="*/ 81609 h 480499"/>
                <a:gd name="connsiteX5" fmla="*/ 237994 w 266134"/>
                <a:gd name="connsiteY5" fmla="*/ 6984 h 480499"/>
                <a:gd name="connsiteX6" fmla="*/ 163369 w 266134"/>
                <a:gd name="connsiteY6" fmla="*/ 28146 h 480499"/>
                <a:gd name="connsiteX7" fmla="*/ 2294 w 266134"/>
                <a:gd name="connsiteY7" fmla="*/ 410009 h 48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134" h="480499">
                  <a:moveTo>
                    <a:pt x="2294" y="410009"/>
                  </a:moveTo>
                  <a:cubicBezTo>
                    <a:pt x="-6357" y="439058"/>
                    <a:pt x="10220" y="469596"/>
                    <a:pt x="39220" y="478207"/>
                  </a:cubicBezTo>
                  <a:cubicBezTo>
                    <a:pt x="44432" y="479775"/>
                    <a:pt x="49712" y="480500"/>
                    <a:pt x="54875" y="480500"/>
                  </a:cubicBezTo>
                  <a:cubicBezTo>
                    <a:pt x="78486" y="480500"/>
                    <a:pt x="100344" y="465118"/>
                    <a:pt x="107417" y="441272"/>
                  </a:cubicBezTo>
                  <a:cubicBezTo>
                    <a:pt x="144578" y="316476"/>
                    <a:pt x="195631" y="195462"/>
                    <a:pt x="259165" y="81609"/>
                  </a:cubicBezTo>
                  <a:cubicBezTo>
                    <a:pt x="273930" y="55127"/>
                    <a:pt x="264475" y="21719"/>
                    <a:pt x="237994" y="6984"/>
                  </a:cubicBezTo>
                  <a:cubicBezTo>
                    <a:pt x="211473" y="-7790"/>
                    <a:pt x="178104" y="1625"/>
                    <a:pt x="163369" y="28146"/>
                  </a:cubicBezTo>
                  <a:cubicBezTo>
                    <a:pt x="95935" y="149043"/>
                    <a:pt x="41747" y="277513"/>
                    <a:pt x="2294" y="41000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5C0AA594-092B-3F1B-289B-7D4107FDC20D}"/>
                </a:ext>
              </a:extLst>
            </p:cNvPr>
            <p:cNvSpPr/>
            <p:nvPr/>
          </p:nvSpPr>
          <p:spPr>
            <a:xfrm>
              <a:off x="-9659130" y="3332585"/>
              <a:ext cx="261312" cy="482564"/>
            </a:xfrm>
            <a:custGeom>
              <a:avLst/>
              <a:gdLst>
                <a:gd name="connsiteX0" fmla="*/ 107648 w 261312"/>
                <a:gd name="connsiteY0" fmla="*/ 39891 h 482564"/>
                <a:gd name="connsiteX1" fmla="*/ 39911 w 261312"/>
                <a:gd name="connsiteY1" fmla="*/ 2123 h 482564"/>
                <a:gd name="connsiteX2" fmla="*/ 2094 w 261312"/>
                <a:gd name="connsiteY2" fmla="*/ 69899 h 482564"/>
                <a:gd name="connsiteX3" fmla="*/ 158211 w 261312"/>
                <a:gd name="connsiteY3" fmla="*/ 453791 h 482564"/>
                <a:gd name="connsiteX4" fmla="*/ 206501 w 261312"/>
                <a:gd name="connsiteY4" fmla="*/ 482565 h 482564"/>
                <a:gd name="connsiteX5" fmla="*/ 232561 w 261312"/>
                <a:gd name="connsiteY5" fmla="*/ 475981 h 482564"/>
                <a:gd name="connsiteX6" fmla="*/ 254684 w 261312"/>
                <a:gd name="connsiteY6" fmla="*/ 401621 h 482564"/>
                <a:gd name="connsiteX7" fmla="*/ 107648 w 261312"/>
                <a:gd name="connsiteY7" fmla="*/ 39891 h 482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312" h="482564">
                  <a:moveTo>
                    <a:pt x="107648" y="39891"/>
                  </a:moveTo>
                  <a:cubicBezTo>
                    <a:pt x="99379" y="10803"/>
                    <a:pt x="69106" y="-6224"/>
                    <a:pt x="39911" y="2123"/>
                  </a:cubicBezTo>
                  <a:cubicBezTo>
                    <a:pt x="10744" y="10382"/>
                    <a:pt x="-6165" y="40733"/>
                    <a:pt x="2094" y="69899"/>
                  </a:cubicBezTo>
                  <a:cubicBezTo>
                    <a:pt x="39911" y="203043"/>
                    <a:pt x="92413" y="332189"/>
                    <a:pt x="158211" y="453791"/>
                  </a:cubicBezTo>
                  <a:cubicBezTo>
                    <a:pt x="168116" y="472160"/>
                    <a:pt x="186985" y="482565"/>
                    <a:pt x="206501" y="482565"/>
                  </a:cubicBezTo>
                  <a:cubicBezTo>
                    <a:pt x="215309" y="482565"/>
                    <a:pt x="224263" y="480419"/>
                    <a:pt x="232561" y="475981"/>
                  </a:cubicBezTo>
                  <a:cubicBezTo>
                    <a:pt x="259200" y="461550"/>
                    <a:pt x="269115" y="428259"/>
                    <a:pt x="254684" y="401621"/>
                  </a:cubicBezTo>
                  <a:cubicBezTo>
                    <a:pt x="192726" y="287043"/>
                    <a:pt x="143241" y="165382"/>
                    <a:pt x="107648" y="39891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0775029-391E-DB6C-1D96-8EBB55CA568D}"/>
                </a:ext>
              </a:extLst>
            </p:cNvPr>
            <p:cNvSpPr/>
            <p:nvPr/>
          </p:nvSpPr>
          <p:spPr>
            <a:xfrm>
              <a:off x="-8785851" y="4438733"/>
              <a:ext cx="480518" cy="266095"/>
            </a:xfrm>
            <a:custGeom>
              <a:avLst/>
              <a:gdLst>
                <a:gd name="connsiteX0" fmla="*/ 410026 w 480518"/>
                <a:gd name="connsiteY0" fmla="*/ 263803 h 266095"/>
                <a:gd name="connsiteX1" fmla="*/ 425682 w 480518"/>
                <a:gd name="connsiteY1" fmla="*/ 266095 h 266095"/>
                <a:gd name="connsiteX2" fmla="*/ 478224 w 480518"/>
                <a:gd name="connsiteY2" fmla="*/ 226868 h 266095"/>
                <a:gd name="connsiteX3" fmla="*/ 441299 w 480518"/>
                <a:gd name="connsiteY3" fmla="*/ 158680 h 266095"/>
                <a:gd name="connsiteX4" fmla="*/ 81636 w 480518"/>
                <a:gd name="connsiteY4" fmla="*/ 6941 h 266095"/>
                <a:gd name="connsiteX5" fmla="*/ 6962 w 480518"/>
                <a:gd name="connsiteY5" fmla="*/ 28103 h 266095"/>
                <a:gd name="connsiteX6" fmla="*/ 28173 w 480518"/>
                <a:gd name="connsiteY6" fmla="*/ 102728 h 266095"/>
                <a:gd name="connsiteX7" fmla="*/ 410026 w 480518"/>
                <a:gd name="connsiteY7" fmla="*/ 263803 h 26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518" h="266095">
                  <a:moveTo>
                    <a:pt x="410026" y="263803"/>
                  </a:moveTo>
                  <a:cubicBezTo>
                    <a:pt x="415229" y="265370"/>
                    <a:pt x="420509" y="266095"/>
                    <a:pt x="425682" y="266095"/>
                  </a:cubicBezTo>
                  <a:cubicBezTo>
                    <a:pt x="449293" y="266095"/>
                    <a:pt x="471141" y="250714"/>
                    <a:pt x="478224" y="226868"/>
                  </a:cubicBezTo>
                  <a:cubicBezTo>
                    <a:pt x="486875" y="197829"/>
                    <a:pt x="470298" y="167281"/>
                    <a:pt x="441299" y="158680"/>
                  </a:cubicBezTo>
                  <a:cubicBezTo>
                    <a:pt x="316571" y="121548"/>
                    <a:pt x="195567" y="70505"/>
                    <a:pt x="81636" y="6941"/>
                  </a:cubicBezTo>
                  <a:cubicBezTo>
                    <a:pt x="55144" y="-7754"/>
                    <a:pt x="21775" y="1622"/>
                    <a:pt x="6962" y="28103"/>
                  </a:cubicBezTo>
                  <a:cubicBezTo>
                    <a:pt x="-7802" y="54585"/>
                    <a:pt x="1681" y="87993"/>
                    <a:pt x="28173" y="102728"/>
                  </a:cubicBezTo>
                  <a:cubicBezTo>
                    <a:pt x="149109" y="170240"/>
                    <a:pt x="277618" y="224428"/>
                    <a:pt x="410026" y="263803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C39B01D-D269-FCF5-53F9-C3E0A4DCE800}"/>
                </a:ext>
              </a:extLst>
            </p:cNvPr>
            <p:cNvSpPr/>
            <p:nvPr/>
          </p:nvSpPr>
          <p:spPr>
            <a:xfrm>
              <a:off x="-7386216" y="4451561"/>
              <a:ext cx="482506" cy="261359"/>
            </a:xfrm>
            <a:custGeom>
              <a:avLst/>
              <a:gdLst>
                <a:gd name="connsiteX0" fmla="*/ 54864 w 482506"/>
                <a:gd name="connsiteY0" fmla="*/ 261360 h 261359"/>
                <a:gd name="connsiteX1" fmla="*/ 69864 w 482506"/>
                <a:gd name="connsiteY1" fmla="*/ 259254 h 261359"/>
                <a:gd name="connsiteX2" fmla="*/ 453755 w 482506"/>
                <a:gd name="connsiteY2" fmla="*/ 103185 h 261359"/>
                <a:gd name="connsiteX3" fmla="*/ 475877 w 482506"/>
                <a:gd name="connsiteY3" fmla="*/ 28746 h 261359"/>
                <a:gd name="connsiteX4" fmla="*/ 401517 w 482506"/>
                <a:gd name="connsiteY4" fmla="*/ 6673 h 261359"/>
                <a:gd name="connsiteX5" fmla="*/ 39904 w 482506"/>
                <a:gd name="connsiteY5" fmla="*/ 153709 h 261359"/>
                <a:gd name="connsiteX6" fmla="*/ 2097 w 482506"/>
                <a:gd name="connsiteY6" fmla="*/ 221446 h 261359"/>
                <a:gd name="connsiteX7" fmla="*/ 54874 w 482506"/>
                <a:gd name="connsiteY7" fmla="*/ 261360 h 261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2506" h="261359">
                  <a:moveTo>
                    <a:pt x="54864" y="261360"/>
                  </a:moveTo>
                  <a:cubicBezTo>
                    <a:pt x="59802" y="261360"/>
                    <a:pt x="64848" y="260713"/>
                    <a:pt x="69864" y="259254"/>
                  </a:cubicBezTo>
                  <a:cubicBezTo>
                    <a:pt x="203046" y="221486"/>
                    <a:pt x="332202" y="168973"/>
                    <a:pt x="453755" y="103185"/>
                  </a:cubicBezTo>
                  <a:cubicBezTo>
                    <a:pt x="480394" y="88724"/>
                    <a:pt x="490308" y="55463"/>
                    <a:pt x="475877" y="28746"/>
                  </a:cubicBezTo>
                  <a:cubicBezTo>
                    <a:pt x="461446" y="2118"/>
                    <a:pt x="428155" y="-7836"/>
                    <a:pt x="401517" y="6673"/>
                  </a:cubicBezTo>
                  <a:cubicBezTo>
                    <a:pt x="287047" y="68591"/>
                    <a:pt x="165386" y="118116"/>
                    <a:pt x="39904" y="153709"/>
                  </a:cubicBezTo>
                  <a:cubicBezTo>
                    <a:pt x="10748" y="161968"/>
                    <a:pt x="-6172" y="192280"/>
                    <a:pt x="2097" y="221446"/>
                  </a:cubicBezTo>
                  <a:cubicBezTo>
                    <a:pt x="8945" y="245587"/>
                    <a:pt x="30950" y="261360"/>
                    <a:pt x="54874" y="261360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9F60A23-7C82-5A38-5EF9-DAA3CC5561C4}"/>
                </a:ext>
              </a:extLst>
            </p:cNvPr>
            <p:cNvSpPr/>
            <p:nvPr/>
          </p:nvSpPr>
          <p:spPr>
            <a:xfrm>
              <a:off x="-6280168" y="3359185"/>
              <a:ext cx="266194" cy="480506"/>
            </a:xfrm>
            <a:custGeom>
              <a:avLst/>
              <a:gdLst>
                <a:gd name="connsiteX0" fmla="*/ 226951 w 266194"/>
                <a:gd name="connsiteY0" fmla="*/ 2318 h 480506"/>
                <a:gd name="connsiteX1" fmla="*/ 158714 w 266194"/>
                <a:gd name="connsiteY1" fmla="*/ 39243 h 480506"/>
                <a:gd name="connsiteX2" fmla="*/ 6976 w 266194"/>
                <a:gd name="connsiteY2" fmla="*/ 398906 h 480506"/>
                <a:gd name="connsiteX3" fmla="*/ 28138 w 266194"/>
                <a:gd name="connsiteY3" fmla="*/ 473541 h 480506"/>
                <a:gd name="connsiteX4" fmla="*/ 54815 w 266194"/>
                <a:gd name="connsiteY4" fmla="*/ 480507 h 480506"/>
                <a:gd name="connsiteX5" fmla="*/ 102773 w 266194"/>
                <a:gd name="connsiteY5" fmla="*/ 452379 h 480506"/>
                <a:gd name="connsiteX6" fmla="*/ 263887 w 266194"/>
                <a:gd name="connsiteY6" fmla="*/ 70516 h 480506"/>
                <a:gd name="connsiteX7" fmla="*/ 226951 w 266194"/>
                <a:gd name="connsiteY7" fmla="*/ 2318 h 48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194" h="480506">
                  <a:moveTo>
                    <a:pt x="226951" y="2318"/>
                  </a:moveTo>
                  <a:cubicBezTo>
                    <a:pt x="197981" y="-6372"/>
                    <a:pt x="167365" y="10126"/>
                    <a:pt x="158714" y="39243"/>
                  </a:cubicBezTo>
                  <a:cubicBezTo>
                    <a:pt x="121554" y="164039"/>
                    <a:pt x="70501" y="285053"/>
                    <a:pt x="6976" y="398906"/>
                  </a:cubicBezTo>
                  <a:cubicBezTo>
                    <a:pt x="-7798" y="425398"/>
                    <a:pt x="1656" y="458806"/>
                    <a:pt x="28138" y="473541"/>
                  </a:cubicBezTo>
                  <a:cubicBezTo>
                    <a:pt x="36603" y="478243"/>
                    <a:pt x="45782" y="480507"/>
                    <a:pt x="54815" y="480507"/>
                  </a:cubicBezTo>
                  <a:cubicBezTo>
                    <a:pt x="74067" y="480507"/>
                    <a:pt x="92740" y="470357"/>
                    <a:pt x="102773" y="452379"/>
                  </a:cubicBezTo>
                  <a:cubicBezTo>
                    <a:pt x="170236" y="331521"/>
                    <a:pt x="224434" y="203012"/>
                    <a:pt x="263887" y="70516"/>
                  </a:cubicBezTo>
                  <a:cubicBezTo>
                    <a:pt x="272567" y="41467"/>
                    <a:pt x="256000" y="10929"/>
                    <a:pt x="226951" y="2318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19301A6-BED5-DEED-343B-1C0C6288297B}"/>
                </a:ext>
              </a:extLst>
            </p:cNvPr>
            <p:cNvSpPr/>
            <p:nvPr/>
          </p:nvSpPr>
          <p:spPr>
            <a:xfrm>
              <a:off x="-6267153" y="1957547"/>
              <a:ext cx="261307" cy="482514"/>
            </a:xfrm>
            <a:custGeom>
              <a:avLst/>
              <a:gdLst>
                <a:gd name="connsiteX0" fmla="*/ 6629 w 261307"/>
                <a:gd name="connsiteY0" fmla="*/ 80949 h 482514"/>
                <a:gd name="connsiteX1" fmla="*/ 153665 w 261307"/>
                <a:gd name="connsiteY1" fmla="*/ 442640 h 482514"/>
                <a:gd name="connsiteX2" fmla="*/ 206403 w 261307"/>
                <a:gd name="connsiteY2" fmla="*/ 482515 h 482514"/>
                <a:gd name="connsiteX3" fmla="*/ 221402 w 261307"/>
                <a:gd name="connsiteY3" fmla="*/ 480408 h 482514"/>
                <a:gd name="connsiteX4" fmla="*/ 259210 w 261307"/>
                <a:gd name="connsiteY4" fmla="*/ 412632 h 482514"/>
                <a:gd name="connsiteX5" fmla="*/ 103102 w 261307"/>
                <a:gd name="connsiteY5" fmla="*/ 28741 h 482514"/>
                <a:gd name="connsiteX6" fmla="*/ 28751 w 261307"/>
                <a:gd name="connsiteY6" fmla="*/ 6550 h 482514"/>
                <a:gd name="connsiteX7" fmla="*/ 6629 w 261307"/>
                <a:gd name="connsiteY7" fmla="*/ 80949 h 48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307" h="482514">
                  <a:moveTo>
                    <a:pt x="6629" y="80949"/>
                  </a:moveTo>
                  <a:cubicBezTo>
                    <a:pt x="68586" y="195488"/>
                    <a:pt x="118072" y="317188"/>
                    <a:pt x="153665" y="442640"/>
                  </a:cubicBezTo>
                  <a:cubicBezTo>
                    <a:pt x="160513" y="466751"/>
                    <a:pt x="182478" y="482515"/>
                    <a:pt x="206403" y="482515"/>
                  </a:cubicBezTo>
                  <a:cubicBezTo>
                    <a:pt x="211340" y="482515"/>
                    <a:pt x="216386" y="481868"/>
                    <a:pt x="221402" y="480408"/>
                  </a:cubicBezTo>
                  <a:cubicBezTo>
                    <a:pt x="250568" y="472149"/>
                    <a:pt x="267478" y="441798"/>
                    <a:pt x="259210" y="412632"/>
                  </a:cubicBezTo>
                  <a:cubicBezTo>
                    <a:pt x="221402" y="279489"/>
                    <a:pt x="168899" y="150333"/>
                    <a:pt x="103102" y="28741"/>
                  </a:cubicBezTo>
                  <a:cubicBezTo>
                    <a:pt x="88719" y="2073"/>
                    <a:pt x="55380" y="-7724"/>
                    <a:pt x="28751" y="6550"/>
                  </a:cubicBezTo>
                  <a:cubicBezTo>
                    <a:pt x="2113" y="21011"/>
                    <a:pt x="-7802" y="54311"/>
                    <a:pt x="6629" y="80949"/>
                  </a:cubicBezTo>
                  <a:close/>
                </a:path>
              </a:pathLst>
            </a:custGeom>
            <a:grpFill/>
            <a:ln w="979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61738C8-192E-D15E-C87E-9D078A2F99D5}"/>
              </a:ext>
            </a:extLst>
          </p:cNvPr>
          <p:cNvCxnSpPr/>
          <p:nvPr/>
        </p:nvCxnSpPr>
        <p:spPr>
          <a:xfrm>
            <a:off x="9292859" y="1759310"/>
            <a:ext cx="216544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5D3762-EADD-A1EE-76BD-88E2ECF73519}"/>
              </a:ext>
            </a:extLst>
          </p:cNvPr>
          <p:cNvSpPr txBox="1"/>
          <p:nvPr/>
        </p:nvSpPr>
        <p:spPr>
          <a:xfrm>
            <a:off x="307821" y="4779166"/>
            <a:ext cx="114790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ea typeface="Inter Bold" pitchFamily="34" charset="-122"/>
                <a:cs typeface="Inter Bold" pitchFamily="34" charset="-120"/>
              </a:rPr>
              <a:t>Proven CPLM Transformation Partner |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ea typeface="Inter Bold" pitchFamily="34" charset="-122"/>
                <a:cs typeface="+mn-cs"/>
              </a:rPr>
              <a:t>AI-First Approach | Demonstrated Global Impact | Deep Partner Ecosystem Expertise | Ready-to-Deploy Accelerators</a:t>
            </a:r>
            <a:endParaRPr lang="en-US" sz="1200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13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D94-3960-BF51-6F38-F9C41C70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08E925-65DC-91FF-A019-0EEE339D7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67" y="130202"/>
            <a:ext cx="6951992" cy="496047"/>
          </a:xfrm>
        </p:spPr>
        <p:txBody>
          <a:bodyPr lIns="91440" tIns="45720" rIns="91440" bIns="45720" anchor="ctr"/>
          <a:lstStyle/>
          <a:p>
            <a:pPr>
              <a:defRPr/>
            </a:pPr>
            <a:r>
              <a:rPr lang="en-US" sz="3200" b="1">
                <a:latin typeface="Arial"/>
                <a:cs typeface="Arial"/>
              </a:rPr>
              <a:t>Next Steps</a:t>
            </a:r>
            <a:endParaRPr lang="en-US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D7D64-3D25-C7A2-FB4A-49AF3C51EA1C}"/>
              </a:ext>
            </a:extLst>
          </p:cNvPr>
          <p:cNvSpPr/>
          <p:nvPr/>
        </p:nvSpPr>
        <p:spPr>
          <a:xfrm>
            <a:off x="8379416" y="1100380"/>
            <a:ext cx="3595607" cy="423103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06FA38-6B8B-F8FB-20FE-5A86308E9C1E}"/>
              </a:ext>
            </a:extLst>
          </p:cNvPr>
          <p:cNvCxnSpPr/>
          <p:nvPr/>
        </p:nvCxnSpPr>
        <p:spPr>
          <a:xfrm>
            <a:off x="8637011" y="1611824"/>
            <a:ext cx="308041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29736A-9D23-8084-EEC6-22320D54BA75}"/>
              </a:ext>
            </a:extLst>
          </p:cNvPr>
          <p:cNvSpPr txBox="1"/>
          <p:nvPr/>
        </p:nvSpPr>
        <p:spPr>
          <a:xfrm>
            <a:off x="8765809" y="1273270"/>
            <a:ext cx="3080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WHY ACT NOW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A67FF4-B491-9AC5-920A-4A797FDE4885}"/>
              </a:ext>
            </a:extLst>
          </p:cNvPr>
          <p:cNvGrpSpPr/>
          <p:nvPr/>
        </p:nvGrpSpPr>
        <p:grpSpPr>
          <a:xfrm>
            <a:off x="4461752" y="1100379"/>
            <a:ext cx="3595607" cy="4231037"/>
            <a:chOff x="216977" y="1120902"/>
            <a:chExt cx="3595607" cy="42310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E7E02F-9C44-4464-41FC-C6DCCCDB620F}"/>
                </a:ext>
              </a:extLst>
            </p:cNvPr>
            <p:cNvSpPr/>
            <p:nvPr/>
          </p:nvSpPr>
          <p:spPr>
            <a:xfrm>
              <a:off x="216977" y="1120902"/>
              <a:ext cx="3595607" cy="4231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D907648-1AD3-CAF8-ACCB-8D3282B13019}"/>
                </a:ext>
              </a:extLst>
            </p:cNvPr>
            <p:cNvCxnSpPr/>
            <p:nvPr/>
          </p:nvCxnSpPr>
          <p:spPr>
            <a:xfrm>
              <a:off x="474571" y="1627322"/>
              <a:ext cx="308041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50C6222-89F9-DFE1-8DB4-94C912128AE8}"/>
                </a:ext>
              </a:extLst>
            </p:cNvPr>
            <p:cNvSpPr txBox="1"/>
            <p:nvPr/>
          </p:nvSpPr>
          <p:spPr>
            <a:xfrm>
              <a:off x="732167" y="1273270"/>
              <a:ext cx="3080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DELIVERABLES &amp; VALUE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4BB222-803C-9A52-0803-19214C02A72C}"/>
                </a:ext>
              </a:extLst>
            </p:cNvPr>
            <p:cNvSpPr/>
            <p:nvPr/>
          </p:nvSpPr>
          <p:spPr>
            <a:xfrm>
              <a:off x="474571" y="1862343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Graphic 24" descr="Checkmark with solid fill">
              <a:extLst>
                <a:ext uri="{FF2B5EF4-FFF2-40B4-BE49-F238E27FC236}">
                  <a16:creationId xmlns:a16="http://schemas.microsoft.com/office/drawing/2014/main" id="{87367B19-78B0-FF97-1DA6-94185D69AC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392" y="1889898"/>
              <a:ext cx="167897" cy="167897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893562-4C98-7D1B-66B4-E035E823B7DC}"/>
                </a:ext>
              </a:extLst>
            </p:cNvPr>
            <p:cNvSpPr/>
            <p:nvPr/>
          </p:nvSpPr>
          <p:spPr>
            <a:xfrm>
              <a:off x="474571" y="2331742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3" name="Graphic 32" descr="Checkmark with solid fill">
              <a:extLst>
                <a:ext uri="{FF2B5EF4-FFF2-40B4-BE49-F238E27FC236}">
                  <a16:creationId xmlns:a16="http://schemas.microsoft.com/office/drawing/2014/main" id="{9F16A6AA-0FAA-01C4-FEF7-5493278D6F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392" y="2359297"/>
              <a:ext cx="167897" cy="167897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BF409B8-0278-6865-B7A2-8DB7E674DB63}"/>
                </a:ext>
              </a:extLst>
            </p:cNvPr>
            <p:cNvSpPr/>
            <p:nvPr/>
          </p:nvSpPr>
          <p:spPr>
            <a:xfrm>
              <a:off x="474571" y="2851649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Graphic 34" descr="Checkmark with solid fill">
              <a:extLst>
                <a:ext uri="{FF2B5EF4-FFF2-40B4-BE49-F238E27FC236}">
                  <a16:creationId xmlns:a16="http://schemas.microsoft.com/office/drawing/2014/main" id="{8C76F62D-61E7-E45A-FF82-65D4FAFCF7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392" y="2879204"/>
              <a:ext cx="167897" cy="167897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566A81-3F0B-01EB-4B11-BCDB073BDF47}"/>
                </a:ext>
              </a:extLst>
            </p:cNvPr>
            <p:cNvSpPr/>
            <p:nvPr/>
          </p:nvSpPr>
          <p:spPr>
            <a:xfrm>
              <a:off x="474571" y="3386435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7" name="Graphic 36" descr="Checkmark with solid fill">
              <a:extLst>
                <a:ext uri="{FF2B5EF4-FFF2-40B4-BE49-F238E27FC236}">
                  <a16:creationId xmlns:a16="http://schemas.microsoft.com/office/drawing/2014/main" id="{19CCF34C-67A2-26DC-7F6C-1A2881CD79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392" y="3413990"/>
              <a:ext cx="167897" cy="167897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B4BBF4E-778C-55AF-D364-65131E57853C}"/>
                </a:ext>
              </a:extLst>
            </p:cNvPr>
            <p:cNvSpPr/>
            <p:nvPr/>
          </p:nvSpPr>
          <p:spPr>
            <a:xfrm>
              <a:off x="474571" y="4000674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Graphic 38" descr="Checkmark with solid fill">
              <a:extLst>
                <a:ext uri="{FF2B5EF4-FFF2-40B4-BE49-F238E27FC236}">
                  <a16:creationId xmlns:a16="http://schemas.microsoft.com/office/drawing/2014/main" id="{83AA7BB3-9759-464B-EC6D-C1475AE61D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392" y="4028229"/>
              <a:ext cx="167897" cy="167897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05FB009-6EFB-28A1-CDBA-09F5A09EA52E}"/>
                </a:ext>
              </a:extLst>
            </p:cNvPr>
            <p:cNvSpPr/>
            <p:nvPr/>
          </p:nvSpPr>
          <p:spPr>
            <a:xfrm>
              <a:off x="469140" y="4579275"/>
              <a:ext cx="257591" cy="22070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40" descr="Checkmark with solid fill">
              <a:extLst>
                <a:ext uri="{FF2B5EF4-FFF2-40B4-BE49-F238E27FC236}">
                  <a16:creationId xmlns:a16="http://schemas.microsoft.com/office/drawing/2014/main" id="{F2CF25A1-CAB4-6127-ED78-463C253A74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1961" y="4606830"/>
              <a:ext cx="167897" cy="167897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8273390-869C-3913-DACE-02F67CB48ECB}"/>
                </a:ext>
              </a:extLst>
            </p:cNvPr>
            <p:cNvSpPr txBox="1"/>
            <p:nvPr/>
          </p:nvSpPr>
          <p:spPr>
            <a:xfrm>
              <a:off x="846531" y="1825534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Business Perception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AD62696-4A70-EBE3-654A-2127084AB0B3}"/>
                </a:ext>
              </a:extLst>
            </p:cNvPr>
            <p:cNvSpPr txBox="1"/>
            <p:nvPr/>
          </p:nvSpPr>
          <p:spPr>
            <a:xfrm>
              <a:off x="846531" y="2288206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Flow Mapping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8B54A1-894F-9196-DB13-27225BF3E80F}"/>
                </a:ext>
              </a:extLst>
            </p:cNvPr>
            <p:cNvSpPr txBox="1"/>
            <p:nvPr/>
          </p:nvSpPr>
          <p:spPr>
            <a:xfrm>
              <a:off x="846529" y="2858567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AI Maturity Assessment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4B6F42F-E2AB-36FF-6F54-4C8F39766336}"/>
                </a:ext>
              </a:extLst>
            </p:cNvPr>
            <p:cNvSpPr txBox="1"/>
            <p:nvPr/>
          </p:nvSpPr>
          <p:spPr>
            <a:xfrm>
              <a:off x="846529" y="3383880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Monetization Model Validation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29D4C9-462D-A620-E6B5-4A194D820B6E}"/>
                </a:ext>
              </a:extLst>
            </p:cNvPr>
            <p:cNvSpPr txBox="1"/>
            <p:nvPr/>
          </p:nvSpPr>
          <p:spPr>
            <a:xfrm>
              <a:off x="846529" y="3954241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Value Development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288FBB-56EF-7A35-3D37-D4435D7A8D6E}"/>
                </a:ext>
              </a:extLst>
            </p:cNvPr>
            <p:cNvSpPr txBox="1"/>
            <p:nvPr/>
          </p:nvSpPr>
          <p:spPr>
            <a:xfrm>
              <a:off x="846529" y="4535739"/>
              <a:ext cx="2851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KPI Assessment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1B4BE25-B52D-62EA-4500-4D2E99182719}"/>
              </a:ext>
            </a:extLst>
          </p:cNvPr>
          <p:cNvSpPr txBox="1"/>
          <p:nvPr/>
        </p:nvSpPr>
        <p:spPr>
          <a:xfrm>
            <a:off x="8637011" y="1736009"/>
            <a:ext cx="28516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Accelerate time-to-value with ready-to-deploy accelerators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Insights with </a:t>
            </a:r>
            <a:r>
              <a:rPr lang="en-US" sz="1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10-15% revenue growth potential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Position your business as a Top Partmer in a rapidly evolving landscape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D80093-D8B8-748E-CF9E-F5613FBE9C60}"/>
              </a:ext>
            </a:extLst>
          </p:cNvPr>
          <p:cNvSpPr txBox="1"/>
          <p:nvPr/>
        </p:nvSpPr>
        <p:spPr>
          <a:xfrm>
            <a:off x="469140" y="5629861"/>
            <a:ext cx="112482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</a:t>
            </a:r>
            <a:r>
              <a:rPr lang="en-US"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 your Discovery Workshop today </a:t>
            </a:r>
            <a:r>
              <a:rPr lang="en-US"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co-create a transformation roadmap driving measurable impact within next quarter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CF123B-478A-25CC-BFF3-9ADAB359D8A4}"/>
              </a:ext>
            </a:extLst>
          </p:cNvPr>
          <p:cNvGrpSpPr/>
          <p:nvPr/>
        </p:nvGrpSpPr>
        <p:grpSpPr>
          <a:xfrm>
            <a:off x="492138" y="1100380"/>
            <a:ext cx="3595607" cy="4231037"/>
            <a:chOff x="4298196" y="1100380"/>
            <a:chExt cx="3595607" cy="423103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DACEB2B-5503-512F-5982-0785B194B217}"/>
                </a:ext>
              </a:extLst>
            </p:cNvPr>
            <p:cNvSpPr/>
            <p:nvPr/>
          </p:nvSpPr>
          <p:spPr>
            <a:xfrm>
              <a:off x="4298196" y="1100380"/>
              <a:ext cx="3595607" cy="4231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AA20A8-246A-7BF0-91DD-891A925ED3D3}"/>
                </a:ext>
              </a:extLst>
            </p:cNvPr>
            <p:cNvCxnSpPr/>
            <p:nvPr/>
          </p:nvCxnSpPr>
          <p:spPr>
            <a:xfrm>
              <a:off x="4555791" y="1627322"/>
              <a:ext cx="308041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4FCB04-2CDF-26BF-B77B-F3C957124025}"/>
                </a:ext>
              </a:extLst>
            </p:cNvPr>
            <p:cNvSpPr txBox="1"/>
            <p:nvPr/>
          </p:nvSpPr>
          <p:spPr>
            <a:xfrm>
              <a:off x="4772766" y="1273270"/>
              <a:ext cx="3080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DISCOVERY WORKSHOP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7B1EF8F-C7FA-3267-42CD-8A9E19F188FA}"/>
                </a:ext>
              </a:extLst>
            </p:cNvPr>
            <p:cNvSpPr txBox="1"/>
            <p:nvPr/>
          </p:nvSpPr>
          <p:spPr>
            <a:xfrm>
              <a:off x="4581191" y="1972696"/>
              <a:ext cx="26664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2 - 3 Weeks 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8DF2D09-226B-BED7-EF9E-B05BCC7D65E0}"/>
                </a:ext>
              </a:extLst>
            </p:cNvPr>
            <p:cNvSpPr txBox="1"/>
            <p:nvPr/>
          </p:nvSpPr>
          <p:spPr>
            <a:xfrm>
              <a:off x="4555791" y="2595983"/>
              <a:ext cx="28516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400">
                  <a:latin typeface="Arial" panose="020B0604020202020204" pitchFamily="34" charset="0"/>
                  <a:cs typeface="Arial" panose="020B0604020202020204" pitchFamily="34" charset="0"/>
                </a:rPr>
                <a:t>Designed for speed without compromising depth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0D01017-0495-8161-BABD-ABDF26A45EDF}"/>
                </a:ext>
              </a:extLst>
            </p:cNvPr>
            <p:cNvCxnSpPr/>
            <p:nvPr/>
          </p:nvCxnSpPr>
          <p:spPr>
            <a:xfrm>
              <a:off x="4555791" y="4028229"/>
              <a:ext cx="308041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C496565-66EA-94FA-F362-D95FB51F5E54}"/>
                </a:ext>
              </a:extLst>
            </p:cNvPr>
            <p:cNvSpPr/>
            <p:nvPr/>
          </p:nvSpPr>
          <p:spPr>
            <a:xfrm>
              <a:off x="4555791" y="3935731"/>
              <a:ext cx="133605" cy="15399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72B9758-4622-51B0-FB99-B57DCB242682}"/>
                </a:ext>
              </a:extLst>
            </p:cNvPr>
            <p:cNvSpPr/>
            <p:nvPr/>
          </p:nvSpPr>
          <p:spPr>
            <a:xfrm>
              <a:off x="5795298" y="3946726"/>
              <a:ext cx="133605" cy="15399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93B653B-99D6-1C4B-5974-9D42802DD315}"/>
                </a:ext>
              </a:extLst>
            </p:cNvPr>
            <p:cNvSpPr/>
            <p:nvPr/>
          </p:nvSpPr>
          <p:spPr>
            <a:xfrm>
              <a:off x="7036859" y="3946677"/>
              <a:ext cx="133605" cy="153999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A7A4443-068A-0B47-29EF-216CF92AAA26}"/>
                </a:ext>
              </a:extLst>
            </p:cNvPr>
            <p:cNvSpPr txBox="1"/>
            <p:nvPr/>
          </p:nvSpPr>
          <p:spPr>
            <a:xfrm>
              <a:off x="4327769" y="3620429"/>
              <a:ext cx="10390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Week 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593C7C7-1C46-743D-C1D0-94D768545130}"/>
                </a:ext>
              </a:extLst>
            </p:cNvPr>
            <p:cNvSpPr txBox="1"/>
            <p:nvPr/>
          </p:nvSpPr>
          <p:spPr>
            <a:xfrm>
              <a:off x="5462086" y="3620428"/>
              <a:ext cx="10390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Week 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0C039E9-6336-1C57-0819-E16D59D71ED0}"/>
                </a:ext>
              </a:extLst>
            </p:cNvPr>
            <p:cNvSpPr txBox="1"/>
            <p:nvPr/>
          </p:nvSpPr>
          <p:spPr>
            <a:xfrm>
              <a:off x="6679054" y="3632297"/>
              <a:ext cx="10390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Week 3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B8019F2D-310D-BCA8-5CFB-6DB50B18450E}"/>
                </a:ext>
              </a:extLst>
            </p:cNvPr>
            <p:cNvSpPr/>
            <p:nvPr/>
          </p:nvSpPr>
          <p:spPr>
            <a:xfrm>
              <a:off x="6718994" y="4192525"/>
              <a:ext cx="758616" cy="65883"/>
            </a:xfrm>
            <a:prstGeom prst="roundRect">
              <a:avLst/>
            </a:prstGeom>
            <a:solidFill>
              <a:srgbClr val="10005D"/>
            </a:solidFill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7EA8B3C-F1A3-782E-8EEB-5B5303D2398C}"/>
                </a:ext>
              </a:extLst>
            </p:cNvPr>
            <p:cNvGrpSpPr/>
            <p:nvPr/>
          </p:nvGrpSpPr>
          <p:grpSpPr>
            <a:xfrm>
              <a:off x="4386896" y="4192525"/>
              <a:ext cx="758616" cy="65883"/>
              <a:chOff x="4386896" y="4192525"/>
              <a:chExt cx="758616" cy="65883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CFC3A7E1-DF26-0E83-C24B-3AA7ECC0C1E8}"/>
                  </a:ext>
                </a:extLst>
              </p:cNvPr>
              <p:cNvSpPr/>
              <p:nvPr/>
            </p:nvSpPr>
            <p:spPr>
              <a:xfrm>
                <a:off x="4386896" y="4192525"/>
                <a:ext cx="758616" cy="65883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DEB088C7-008A-5C94-41CE-F4F9F24DAF3A}"/>
                  </a:ext>
                </a:extLst>
              </p:cNvPr>
              <p:cNvSpPr/>
              <p:nvPr/>
            </p:nvSpPr>
            <p:spPr>
              <a:xfrm>
                <a:off x="4397869" y="4192525"/>
                <a:ext cx="354108" cy="65068"/>
              </a:xfrm>
              <a:prstGeom prst="roundRect">
                <a:avLst/>
              </a:prstGeom>
              <a:solidFill>
                <a:schemeClr val="tx2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C1E8746-B31B-CFCD-6543-47A804734F3D}"/>
                </a:ext>
              </a:extLst>
            </p:cNvPr>
            <p:cNvGrpSpPr/>
            <p:nvPr/>
          </p:nvGrpSpPr>
          <p:grpSpPr>
            <a:xfrm>
              <a:off x="5482792" y="4186885"/>
              <a:ext cx="758616" cy="74804"/>
              <a:chOff x="5482792" y="4186885"/>
              <a:chExt cx="758616" cy="74804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EA19DC93-5240-5685-81ED-8458274E7FE4}"/>
                  </a:ext>
                </a:extLst>
              </p:cNvPr>
              <p:cNvSpPr/>
              <p:nvPr/>
            </p:nvSpPr>
            <p:spPr>
              <a:xfrm>
                <a:off x="5482792" y="4186885"/>
                <a:ext cx="758616" cy="65883"/>
              </a:xfrm>
              <a:prstGeom prst="roundRect">
                <a:avLst/>
              </a:prstGeom>
              <a:solidFill>
                <a:schemeClr val="bg1"/>
              </a:solidFill>
              <a:ln w="63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BA4D0C6F-F042-6986-8F13-18B232FBA8B6}"/>
                  </a:ext>
                </a:extLst>
              </p:cNvPr>
              <p:cNvSpPr/>
              <p:nvPr/>
            </p:nvSpPr>
            <p:spPr>
              <a:xfrm>
                <a:off x="5482792" y="4199361"/>
                <a:ext cx="519614" cy="62328"/>
              </a:xfrm>
              <a:prstGeom prst="roundRect">
                <a:avLst/>
              </a:prstGeom>
              <a:solidFill>
                <a:schemeClr val="tx2"/>
              </a:solidFill>
              <a:ln w="63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l"/>
                <a:endParaRPr lang="en-US"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033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A7E89-0BCC-6918-2999-760E2FDD2189}"/>
              </a:ext>
            </a:extLst>
          </p:cNvPr>
          <p:cNvSpPr/>
          <p:nvPr/>
        </p:nvSpPr>
        <p:spPr>
          <a:xfrm>
            <a:off x="7171357" y="0"/>
            <a:ext cx="5020643" cy="6858000"/>
          </a:xfrm>
          <a:prstGeom prst="rect">
            <a:avLst/>
          </a:prstGeom>
          <a:solidFill>
            <a:srgbClr val="002B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8161F5-BCED-4791-9A43-00F61FB6E2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4000"/>
          </a:blip>
          <a:srcRect r="62252" b="25068"/>
          <a:stretch/>
        </p:blipFill>
        <p:spPr>
          <a:xfrm rot="5400000">
            <a:off x="6374063" y="1040063"/>
            <a:ext cx="6858000" cy="4777873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708214-235E-4FA5-8294-312D415508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35592" y="3218821"/>
            <a:ext cx="4152236" cy="1277948"/>
          </a:xfrm>
        </p:spPr>
        <p:txBody>
          <a:bodyPr lIns="91440" tIns="45720" rIns="91440" bIns="45720" anchor="b"/>
          <a:lstStyle/>
          <a:p>
            <a:r>
              <a:rPr lang="en-US">
                <a:solidFill>
                  <a:schemeClr val="bg1"/>
                </a:solidFill>
                <a:latin typeface="+mj-lt"/>
                <a:cs typeface="Arial"/>
              </a:rPr>
              <a:t>Thank You!</a:t>
            </a:r>
          </a:p>
        </p:txBody>
      </p:sp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E412664C-9B8D-1601-A694-C17C5210F6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7143" y="220857"/>
            <a:ext cx="1331474" cy="205448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399D264D-683A-FCB3-B391-87952255EB80}"/>
              </a:ext>
            </a:extLst>
          </p:cNvPr>
          <p:cNvSpPr/>
          <p:nvPr/>
        </p:nvSpPr>
        <p:spPr>
          <a:xfrm>
            <a:off x="1412647" y="6608515"/>
            <a:ext cx="496570" cy="81915"/>
          </a:xfrm>
          <a:custGeom>
            <a:avLst/>
            <a:gdLst/>
            <a:ahLst/>
            <a:cxnLst/>
            <a:rect l="l" t="t" r="r" b="b"/>
            <a:pathLst>
              <a:path w="496569" h="81914">
                <a:moveTo>
                  <a:pt x="464159" y="1879"/>
                </a:moveTo>
                <a:lnTo>
                  <a:pt x="428167" y="1879"/>
                </a:lnTo>
                <a:lnTo>
                  <a:pt x="428167" y="4864"/>
                </a:lnTo>
                <a:lnTo>
                  <a:pt x="436791" y="4864"/>
                </a:lnTo>
                <a:lnTo>
                  <a:pt x="440550" y="9258"/>
                </a:lnTo>
                <a:lnTo>
                  <a:pt x="440550" y="80314"/>
                </a:lnTo>
                <a:lnTo>
                  <a:pt x="464477" y="80314"/>
                </a:lnTo>
                <a:lnTo>
                  <a:pt x="464477" y="31546"/>
                </a:lnTo>
                <a:lnTo>
                  <a:pt x="467659" y="25565"/>
                </a:lnTo>
                <a:lnTo>
                  <a:pt x="464159" y="25565"/>
                </a:lnTo>
                <a:lnTo>
                  <a:pt x="464159" y="1879"/>
                </a:lnTo>
                <a:close/>
              </a:path>
              <a:path w="496569" h="81914">
                <a:moveTo>
                  <a:pt x="496011" y="469"/>
                </a:moveTo>
                <a:lnTo>
                  <a:pt x="492404" y="469"/>
                </a:lnTo>
                <a:lnTo>
                  <a:pt x="484081" y="1976"/>
                </a:lnTo>
                <a:lnTo>
                  <a:pt x="476724" y="6578"/>
                </a:lnTo>
                <a:lnTo>
                  <a:pt x="470146" y="14400"/>
                </a:lnTo>
                <a:lnTo>
                  <a:pt x="464159" y="25565"/>
                </a:lnTo>
                <a:lnTo>
                  <a:pt x="467659" y="25565"/>
                </a:lnTo>
                <a:lnTo>
                  <a:pt x="468274" y="24409"/>
                </a:lnTo>
                <a:lnTo>
                  <a:pt x="474433" y="23215"/>
                </a:lnTo>
                <a:lnTo>
                  <a:pt x="496011" y="23215"/>
                </a:lnTo>
                <a:lnTo>
                  <a:pt x="496011" y="469"/>
                </a:lnTo>
                <a:close/>
              </a:path>
              <a:path w="496569" h="81914">
                <a:moveTo>
                  <a:pt x="75002" y="5016"/>
                </a:moveTo>
                <a:lnTo>
                  <a:pt x="37020" y="5016"/>
                </a:lnTo>
                <a:lnTo>
                  <a:pt x="37020" y="41097"/>
                </a:lnTo>
                <a:lnTo>
                  <a:pt x="0" y="78282"/>
                </a:lnTo>
                <a:lnTo>
                  <a:pt x="0" y="80314"/>
                </a:lnTo>
                <a:lnTo>
                  <a:pt x="75450" y="80314"/>
                </a:lnTo>
                <a:lnTo>
                  <a:pt x="75450" y="77177"/>
                </a:lnTo>
                <a:lnTo>
                  <a:pt x="39217" y="77177"/>
                </a:lnTo>
                <a:lnTo>
                  <a:pt x="39217" y="41097"/>
                </a:lnTo>
                <a:lnTo>
                  <a:pt x="75002" y="5016"/>
                </a:lnTo>
                <a:close/>
              </a:path>
              <a:path w="496569" h="81914">
                <a:moveTo>
                  <a:pt x="75450" y="48158"/>
                </a:moveTo>
                <a:lnTo>
                  <a:pt x="72783" y="48158"/>
                </a:lnTo>
                <a:lnTo>
                  <a:pt x="69239" y="58382"/>
                </a:lnTo>
                <a:lnTo>
                  <a:pt x="62296" y="67725"/>
                </a:lnTo>
                <a:lnTo>
                  <a:pt x="52206" y="74540"/>
                </a:lnTo>
                <a:lnTo>
                  <a:pt x="39217" y="77177"/>
                </a:lnTo>
                <a:lnTo>
                  <a:pt x="75450" y="77177"/>
                </a:lnTo>
                <a:lnTo>
                  <a:pt x="75450" y="48158"/>
                </a:lnTo>
                <a:close/>
              </a:path>
              <a:path w="496569" h="81914">
                <a:moveTo>
                  <a:pt x="76085" y="1879"/>
                </a:moveTo>
                <a:lnTo>
                  <a:pt x="2514" y="1879"/>
                </a:lnTo>
                <a:lnTo>
                  <a:pt x="2514" y="32473"/>
                </a:lnTo>
                <a:lnTo>
                  <a:pt x="5181" y="32473"/>
                </a:lnTo>
                <a:lnTo>
                  <a:pt x="8481" y="22557"/>
                </a:lnTo>
                <a:lnTo>
                  <a:pt x="14985" y="13744"/>
                </a:lnTo>
                <a:lnTo>
                  <a:pt x="24548" y="7431"/>
                </a:lnTo>
                <a:lnTo>
                  <a:pt x="37020" y="5016"/>
                </a:lnTo>
                <a:lnTo>
                  <a:pt x="75002" y="5016"/>
                </a:lnTo>
                <a:lnTo>
                  <a:pt x="76085" y="3924"/>
                </a:lnTo>
                <a:lnTo>
                  <a:pt x="76085" y="1879"/>
                </a:lnTo>
                <a:close/>
              </a:path>
              <a:path w="496569" h="81914">
                <a:moveTo>
                  <a:pt x="405191" y="3924"/>
                </a:moveTo>
                <a:lnTo>
                  <a:pt x="389877" y="3924"/>
                </a:lnTo>
                <a:lnTo>
                  <a:pt x="395046" y="9728"/>
                </a:lnTo>
                <a:lnTo>
                  <a:pt x="395046" y="31686"/>
                </a:lnTo>
                <a:lnTo>
                  <a:pt x="353326" y="45338"/>
                </a:lnTo>
                <a:lnTo>
                  <a:pt x="345795" y="50672"/>
                </a:lnTo>
                <a:lnTo>
                  <a:pt x="345795" y="61963"/>
                </a:lnTo>
                <a:lnTo>
                  <a:pt x="347501" y="69839"/>
                </a:lnTo>
                <a:lnTo>
                  <a:pt x="352383" y="76160"/>
                </a:lnTo>
                <a:lnTo>
                  <a:pt x="360090" y="80363"/>
                </a:lnTo>
                <a:lnTo>
                  <a:pt x="370268" y="81889"/>
                </a:lnTo>
                <a:lnTo>
                  <a:pt x="377656" y="81105"/>
                </a:lnTo>
                <a:lnTo>
                  <a:pt x="384344" y="78924"/>
                </a:lnTo>
                <a:lnTo>
                  <a:pt x="390269" y="75599"/>
                </a:lnTo>
                <a:lnTo>
                  <a:pt x="395179" y="71539"/>
                </a:lnTo>
                <a:lnTo>
                  <a:pt x="376072" y="71539"/>
                </a:lnTo>
                <a:lnTo>
                  <a:pt x="372426" y="67132"/>
                </a:lnTo>
                <a:lnTo>
                  <a:pt x="372300" y="43510"/>
                </a:lnTo>
                <a:lnTo>
                  <a:pt x="395046" y="35928"/>
                </a:lnTo>
                <a:lnTo>
                  <a:pt x="421093" y="35928"/>
                </a:lnTo>
                <a:lnTo>
                  <a:pt x="421093" y="26200"/>
                </a:lnTo>
                <a:lnTo>
                  <a:pt x="418414" y="14210"/>
                </a:lnTo>
                <a:lnTo>
                  <a:pt x="410954" y="6196"/>
                </a:lnTo>
                <a:lnTo>
                  <a:pt x="405191" y="3924"/>
                </a:lnTo>
                <a:close/>
              </a:path>
              <a:path w="496569" h="81914">
                <a:moveTo>
                  <a:pt x="421093" y="71386"/>
                </a:moveTo>
                <a:lnTo>
                  <a:pt x="395363" y="71386"/>
                </a:lnTo>
                <a:lnTo>
                  <a:pt x="395363" y="80314"/>
                </a:lnTo>
                <a:lnTo>
                  <a:pt x="421093" y="80314"/>
                </a:lnTo>
                <a:lnTo>
                  <a:pt x="421093" y="71386"/>
                </a:lnTo>
                <a:close/>
              </a:path>
              <a:path w="496569" h="81914">
                <a:moveTo>
                  <a:pt x="421093" y="35928"/>
                </a:moveTo>
                <a:lnTo>
                  <a:pt x="395046" y="35928"/>
                </a:lnTo>
                <a:lnTo>
                  <a:pt x="395046" y="67132"/>
                </a:lnTo>
                <a:lnTo>
                  <a:pt x="391655" y="70319"/>
                </a:lnTo>
                <a:lnTo>
                  <a:pt x="387946" y="71539"/>
                </a:lnTo>
                <a:lnTo>
                  <a:pt x="395179" y="71539"/>
                </a:lnTo>
                <a:lnTo>
                  <a:pt x="395363" y="71386"/>
                </a:lnTo>
                <a:lnTo>
                  <a:pt x="421093" y="71386"/>
                </a:lnTo>
                <a:lnTo>
                  <a:pt x="421093" y="35928"/>
                </a:lnTo>
                <a:close/>
              </a:path>
              <a:path w="496569" h="81914">
                <a:moveTo>
                  <a:pt x="385165" y="317"/>
                </a:moveTo>
                <a:lnTo>
                  <a:pt x="371097" y="1479"/>
                </a:lnTo>
                <a:lnTo>
                  <a:pt x="359576" y="4905"/>
                </a:lnTo>
                <a:lnTo>
                  <a:pt x="351791" y="10508"/>
                </a:lnTo>
                <a:lnTo>
                  <a:pt x="348932" y="18199"/>
                </a:lnTo>
                <a:lnTo>
                  <a:pt x="348932" y="24472"/>
                </a:lnTo>
                <a:lnTo>
                  <a:pt x="353948" y="29019"/>
                </a:lnTo>
                <a:lnTo>
                  <a:pt x="365404" y="29019"/>
                </a:lnTo>
                <a:lnTo>
                  <a:pt x="369011" y="28549"/>
                </a:lnTo>
                <a:lnTo>
                  <a:pt x="372452" y="27292"/>
                </a:lnTo>
                <a:lnTo>
                  <a:pt x="372452" y="4978"/>
                </a:lnTo>
                <a:lnTo>
                  <a:pt x="374853" y="4305"/>
                </a:lnTo>
                <a:lnTo>
                  <a:pt x="377367" y="3924"/>
                </a:lnTo>
                <a:lnTo>
                  <a:pt x="405191" y="3924"/>
                </a:lnTo>
                <a:lnTo>
                  <a:pt x="399582" y="1713"/>
                </a:lnTo>
                <a:lnTo>
                  <a:pt x="385165" y="317"/>
                </a:lnTo>
                <a:close/>
              </a:path>
              <a:path w="496569" h="81914">
                <a:moveTo>
                  <a:pt x="125653" y="0"/>
                </a:moveTo>
                <a:lnTo>
                  <a:pt x="108992" y="2764"/>
                </a:lnTo>
                <a:lnTo>
                  <a:pt x="95888" y="10706"/>
                </a:lnTo>
                <a:lnTo>
                  <a:pt x="87313" y="23295"/>
                </a:lnTo>
                <a:lnTo>
                  <a:pt x="84239" y="40004"/>
                </a:lnTo>
                <a:lnTo>
                  <a:pt x="86906" y="57200"/>
                </a:lnTo>
                <a:lnTo>
                  <a:pt x="94986" y="70415"/>
                </a:lnTo>
                <a:lnTo>
                  <a:pt x="108595" y="78895"/>
                </a:lnTo>
                <a:lnTo>
                  <a:pt x="127850" y="81889"/>
                </a:lnTo>
                <a:lnTo>
                  <a:pt x="138786" y="80694"/>
                </a:lnTo>
                <a:lnTo>
                  <a:pt x="148367" y="77160"/>
                </a:lnTo>
                <a:lnTo>
                  <a:pt x="152228" y="74358"/>
                </a:lnTo>
                <a:lnTo>
                  <a:pt x="135851" y="74358"/>
                </a:lnTo>
                <a:lnTo>
                  <a:pt x="125484" y="72357"/>
                </a:lnTo>
                <a:lnTo>
                  <a:pt x="117968" y="66590"/>
                </a:lnTo>
                <a:lnTo>
                  <a:pt x="113393" y="57411"/>
                </a:lnTo>
                <a:lnTo>
                  <a:pt x="111848" y="45173"/>
                </a:lnTo>
                <a:lnTo>
                  <a:pt x="111848" y="40474"/>
                </a:lnTo>
                <a:lnTo>
                  <a:pt x="162991" y="40474"/>
                </a:lnTo>
                <a:lnTo>
                  <a:pt x="162991" y="36398"/>
                </a:lnTo>
                <a:lnTo>
                  <a:pt x="111848" y="36398"/>
                </a:lnTo>
                <a:lnTo>
                  <a:pt x="111848" y="6146"/>
                </a:lnTo>
                <a:lnTo>
                  <a:pt x="114782" y="4610"/>
                </a:lnTo>
                <a:lnTo>
                  <a:pt x="118021" y="3924"/>
                </a:lnTo>
                <a:lnTo>
                  <a:pt x="143891" y="3924"/>
                </a:lnTo>
                <a:lnTo>
                  <a:pt x="141748" y="2587"/>
                </a:lnTo>
                <a:lnTo>
                  <a:pt x="125653" y="0"/>
                </a:lnTo>
                <a:close/>
              </a:path>
              <a:path w="496569" h="81914">
                <a:moveTo>
                  <a:pt x="159702" y="61645"/>
                </a:moveTo>
                <a:lnTo>
                  <a:pt x="155047" y="66878"/>
                </a:lnTo>
                <a:lnTo>
                  <a:pt x="149539" y="70888"/>
                </a:lnTo>
                <a:lnTo>
                  <a:pt x="143150" y="73454"/>
                </a:lnTo>
                <a:lnTo>
                  <a:pt x="135851" y="74358"/>
                </a:lnTo>
                <a:lnTo>
                  <a:pt x="152228" y="74358"/>
                </a:lnTo>
                <a:lnTo>
                  <a:pt x="156358" y="71361"/>
                </a:lnTo>
                <a:lnTo>
                  <a:pt x="162521" y="63372"/>
                </a:lnTo>
                <a:lnTo>
                  <a:pt x="159702" y="61645"/>
                </a:lnTo>
                <a:close/>
              </a:path>
              <a:path w="496569" h="81914">
                <a:moveTo>
                  <a:pt x="143891" y="3924"/>
                </a:moveTo>
                <a:lnTo>
                  <a:pt x="131457" y="3924"/>
                </a:lnTo>
                <a:lnTo>
                  <a:pt x="136349" y="9880"/>
                </a:lnTo>
                <a:lnTo>
                  <a:pt x="136474" y="36398"/>
                </a:lnTo>
                <a:lnTo>
                  <a:pt x="162991" y="36398"/>
                </a:lnTo>
                <a:lnTo>
                  <a:pt x="162991" y="35763"/>
                </a:lnTo>
                <a:lnTo>
                  <a:pt x="160577" y="21174"/>
                </a:lnTo>
                <a:lnTo>
                  <a:pt x="153442" y="9880"/>
                </a:lnTo>
                <a:lnTo>
                  <a:pt x="143891" y="3924"/>
                </a:lnTo>
                <a:close/>
              </a:path>
              <a:path w="496569" h="81914">
                <a:moveTo>
                  <a:pt x="201815" y="1879"/>
                </a:moveTo>
                <a:lnTo>
                  <a:pt x="165811" y="1879"/>
                </a:lnTo>
                <a:lnTo>
                  <a:pt x="165811" y="4864"/>
                </a:lnTo>
                <a:lnTo>
                  <a:pt x="174447" y="4864"/>
                </a:lnTo>
                <a:lnTo>
                  <a:pt x="178206" y="9258"/>
                </a:lnTo>
                <a:lnTo>
                  <a:pt x="178206" y="80314"/>
                </a:lnTo>
                <a:lnTo>
                  <a:pt x="202133" y="80314"/>
                </a:lnTo>
                <a:lnTo>
                  <a:pt x="202133" y="18846"/>
                </a:lnTo>
                <a:lnTo>
                  <a:pt x="206576" y="14223"/>
                </a:lnTo>
                <a:lnTo>
                  <a:pt x="201815" y="14223"/>
                </a:lnTo>
                <a:lnTo>
                  <a:pt x="201815" y="1879"/>
                </a:lnTo>
                <a:close/>
              </a:path>
              <a:path w="496569" h="81914">
                <a:moveTo>
                  <a:pt x="248238" y="11760"/>
                </a:moveTo>
                <a:lnTo>
                  <a:pt x="222364" y="11760"/>
                </a:lnTo>
                <a:lnTo>
                  <a:pt x="227431" y="16001"/>
                </a:lnTo>
                <a:lnTo>
                  <a:pt x="227431" y="80314"/>
                </a:lnTo>
                <a:lnTo>
                  <a:pt x="251510" y="80314"/>
                </a:lnTo>
                <a:lnTo>
                  <a:pt x="251510" y="24625"/>
                </a:lnTo>
                <a:lnTo>
                  <a:pt x="250040" y="14814"/>
                </a:lnTo>
                <a:lnTo>
                  <a:pt x="248238" y="11760"/>
                </a:lnTo>
                <a:close/>
              </a:path>
              <a:path w="496569" h="81914">
                <a:moveTo>
                  <a:pt x="227698" y="787"/>
                </a:moveTo>
                <a:lnTo>
                  <a:pt x="221357" y="1597"/>
                </a:lnTo>
                <a:lnTo>
                  <a:pt x="214814" y="4067"/>
                </a:lnTo>
                <a:lnTo>
                  <a:pt x="208242" y="8256"/>
                </a:lnTo>
                <a:lnTo>
                  <a:pt x="201815" y="14223"/>
                </a:lnTo>
                <a:lnTo>
                  <a:pt x="206576" y="14223"/>
                </a:lnTo>
                <a:lnTo>
                  <a:pt x="207149" y="13627"/>
                </a:lnTo>
                <a:lnTo>
                  <a:pt x="212344" y="11760"/>
                </a:lnTo>
                <a:lnTo>
                  <a:pt x="248238" y="11760"/>
                </a:lnTo>
                <a:lnTo>
                  <a:pt x="245605" y="7296"/>
                </a:lnTo>
                <a:lnTo>
                  <a:pt x="238169" y="2483"/>
                </a:lnTo>
                <a:lnTo>
                  <a:pt x="227698" y="787"/>
                </a:lnTo>
                <a:close/>
              </a:path>
              <a:path w="496569" h="81914">
                <a:moveTo>
                  <a:pt x="269709" y="51930"/>
                </a:moveTo>
                <a:lnTo>
                  <a:pt x="267195" y="51930"/>
                </a:lnTo>
                <a:lnTo>
                  <a:pt x="267195" y="77647"/>
                </a:lnTo>
                <a:lnTo>
                  <a:pt x="273114" y="79039"/>
                </a:lnTo>
                <a:lnTo>
                  <a:pt x="281490" y="80416"/>
                </a:lnTo>
                <a:lnTo>
                  <a:pt x="291307" y="81469"/>
                </a:lnTo>
                <a:lnTo>
                  <a:pt x="301548" y="81889"/>
                </a:lnTo>
                <a:lnTo>
                  <a:pt x="315978" y="80128"/>
                </a:lnTo>
                <a:lnTo>
                  <a:pt x="319478" y="78435"/>
                </a:lnTo>
                <a:lnTo>
                  <a:pt x="301078" y="78435"/>
                </a:lnTo>
                <a:lnTo>
                  <a:pt x="290598" y="76454"/>
                </a:lnTo>
                <a:lnTo>
                  <a:pt x="281689" y="70945"/>
                </a:lnTo>
                <a:lnTo>
                  <a:pt x="274632" y="62554"/>
                </a:lnTo>
                <a:lnTo>
                  <a:pt x="269709" y="51930"/>
                </a:lnTo>
                <a:close/>
              </a:path>
              <a:path w="496569" h="81914">
                <a:moveTo>
                  <a:pt x="301244" y="317"/>
                </a:moveTo>
                <a:lnTo>
                  <a:pt x="286493" y="2080"/>
                </a:lnTo>
                <a:lnTo>
                  <a:pt x="275612" y="7137"/>
                </a:lnTo>
                <a:lnTo>
                  <a:pt x="268879" y="15137"/>
                </a:lnTo>
                <a:lnTo>
                  <a:pt x="266573" y="25730"/>
                </a:lnTo>
                <a:lnTo>
                  <a:pt x="268188" y="34332"/>
                </a:lnTo>
                <a:lnTo>
                  <a:pt x="273142" y="41274"/>
                </a:lnTo>
                <a:lnTo>
                  <a:pt x="281596" y="46836"/>
                </a:lnTo>
                <a:lnTo>
                  <a:pt x="293712" y="51295"/>
                </a:lnTo>
                <a:lnTo>
                  <a:pt x="305317" y="54844"/>
                </a:lnTo>
                <a:lnTo>
                  <a:pt x="312805" y="58042"/>
                </a:lnTo>
                <a:lnTo>
                  <a:pt x="316824" y="61710"/>
                </a:lnTo>
                <a:lnTo>
                  <a:pt x="318017" y="66662"/>
                </a:lnTo>
                <a:lnTo>
                  <a:pt x="318020" y="73723"/>
                </a:lnTo>
                <a:lnTo>
                  <a:pt x="310489" y="78435"/>
                </a:lnTo>
                <a:lnTo>
                  <a:pt x="319478" y="78435"/>
                </a:lnTo>
                <a:lnTo>
                  <a:pt x="326610" y="74983"/>
                </a:lnTo>
                <a:lnTo>
                  <a:pt x="333183" y="66662"/>
                </a:lnTo>
                <a:lnTo>
                  <a:pt x="335432" y="55371"/>
                </a:lnTo>
                <a:lnTo>
                  <a:pt x="333631" y="46068"/>
                </a:lnTo>
                <a:lnTo>
                  <a:pt x="328199" y="38922"/>
                </a:lnTo>
                <a:lnTo>
                  <a:pt x="319091" y="33333"/>
                </a:lnTo>
                <a:lnTo>
                  <a:pt x="306260" y="28701"/>
                </a:lnTo>
                <a:lnTo>
                  <a:pt x="291198" y="24307"/>
                </a:lnTo>
                <a:lnTo>
                  <a:pt x="284772" y="22123"/>
                </a:lnTo>
                <a:lnTo>
                  <a:pt x="284772" y="7365"/>
                </a:lnTo>
                <a:lnTo>
                  <a:pt x="291668" y="3606"/>
                </a:lnTo>
                <a:lnTo>
                  <a:pt x="329624" y="3606"/>
                </a:lnTo>
                <a:lnTo>
                  <a:pt x="324534" y="2626"/>
                </a:lnTo>
                <a:lnTo>
                  <a:pt x="317006" y="1509"/>
                </a:lnTo>
                <a:lnTo>
                  <a:pt x="308889" y="657"/>
                </a:lnTo>
                <a:lnTo>
                  <a:pt x="301244" y="317"/>
                </a:lnTo>
                <a:close/>
              </a:path>
              <a:path w="496569" h="81914">
                <a:moveTo>
                  <a:pt x="329624" y="3606"/>
                </a:moveTo>
                <a:lnTo>
                  <a:pt x="291668" y="3606"/>
                </a:lnTo>
                <a:lnTo>
                  <a:pt x="300139" y="3759"/>
                </a:lnTo>
                <a:lnTo>
                  <a:pt x="308555" y="5430"/>
                </a:lnTo>
                <a:lnTo>
                  <a:pt x="316177" y="10039"/>
                </a:lnTo>
                <a:lnTo>
                  <a:pt x="322682" y="17353"/>
                </a:lnTo>
                <a:lnTo>
                  <a:pt x="327748" y="27139"/>
                </a:lnTo>
                <a:lnTo>
                  <a:pt x="330415" y="27139"/>
                </a:lnTo>
                <a:lnTo>
                  <a:pt x="330415" y="3759"/>
                </a:lnTo>
                <a:lnTo>
                  <a:pt x="329624" y="360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DEDFE4DD-5A43-767B-5FD5-11CC94227689}"/>
              </a:ext>
            </a:extLst>
          </p:cNvPr>
          <p:cNvSpPr txBox="1"/>
          <p:nvPr/>
        </p:nvSpPr>
        <p:spPr>
          <a:xfrm>
            <a:off x="146776" y="6574877"/>
            <a:ext cx="1231900" cy="13721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www.zensar.com</a:t>
            </a:r>
            <a:r>
              <a:rPr kumimoji="0" sz="850" b="0" i="0" u="none" strike="noStrike" kern="1200" cap="none" spc="5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850" b="0" i="0" u="none" strike="noStrike" kern="1200" cap="none" spc="9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850" b="0" i="0" u="none" strike="noStrike" kern="1200" cap="none" spc="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| </a:t>
            </a:r>
            <a:r>
              <a:rPr kumimoji="0" sz="850" b="0" i="0" u="none" strike="noStrike" kern="1200" cap="none" spc="14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850" b="0" i="0" u="none" strike="noStrike" kern="1200" cap="none" spc="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</a:t>
            </a:r>
            <a:endParaRPr kumimoji="0" sz="8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3" name="Picture 2" descr="A group of people raising their hands&#10;&#10;Description automatically generated">
            <a:extLst>
              <a:ext uri="{FF2B5EF4-FFF2-40B4-BE49-F238E27FC236}">
                <a16:creationId xmlns:a16="http://schemas.microsoft.com/office/drawing/2014/main" id="{4B132DD1-F929-4D68-B0F1-3FB4B64CBB0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2754" y="0"/>
            <a:ext cx="7664174" cy="6858000"/>
          </a:xfrm>
          <a:prstGeom prst="rect">
            <a:avLst/>
          </a:prstGeom>
        </p:spPr>
      </p:pic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1FDA1CC-346B-4FEC-877C-F7A7BDC1BFF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2754" y="-349301"/>
            <a:ext cx="3745913" cy="38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44952"/>
      </p:ext>
    </p:extLst>
  </p:cSld>
  <p:clrMapOvr>
    <a:masterClrMapping/>
  </p:clrMapOvr>
</p:sld>
</file>

<file path=ppt/theme/theme1.xml><?xml version="1.0" encoding="utf-8"?>
<a:theme xmlns:a="http://schemas.openxmlformats.org/drawingml/2006/main" name="Body Variations Master">
  <a:themeElements>
    <a:clrScheme name="Brand Palette">
      <a:dk1>
        <a:srgbClr val="000000"/>
      </a:dk1>
      <a:lt1>
        <a:srgbClr val="FFFFFF"/>
      </a:lt1>
      <a:dk2>
        <a:srgbClr val="10005D"/>
      </a:dk2>
      <a:lt2>
        <a:srgbClr val="3956A5"/>
      </a:lt2>
      <a:accent1>
        <a:srgbClr val="B41E26"/>
      </a:accent1>
      <a:accent2>
        <a:srgbClr val="FF4B41"/>
      </a:accent2>
      <a:accent3>
        <a:srgbClr val="C0C0B3"/>
      </a:accent3>
      <a:accent4>
        <a:srgbClr val="97AFD4"/>
      </a:accent4>
      <a:accent5>
        <a:srgbClr val="87C8C3"/>
      </a:accent5>
      <a:accent6>
        <a:srgbClr val="B7A2E0"/>
      </a:accent6>
      <a:hlink>
        <a:srgbClr val="EAADB8"/>
      </a:hlink>
      <a:folHlink>
        <a:srgbClr val="9BB796"/>
      </a:folHlink>
    </a:clrScheme>
    <a:fontScheme name="Brand Font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accent3"/>
          </a:solidFill>
        </a:ln>
      </a:spPr>
      <a:bodyPr rtlCol="0" anchor="t"/>
      <a:lstStyle>
        <a:defPPr algn="l">
          <a:defRPr sz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" id="{AC338438-02B9-42D2-BF4E-1084FB33CB50}" vid="{CC72085E-E9FE-4F2F-96D9-455E5FCB952A}"/>
    </a:ext>
  </a:extLst>
</a:theme>
</file>

<file path=ppt/theme/theme2.xml><?xml version="1.0" encoding="utf-8"?>
<a:theme xmlns:a="http://schemas.openxmlformats.org/drawingml/2006/main" name="7_Body Variations Master">
  <a:themeElements>
    <a:clrScheme name="Brand Palette">
      <a:dk1>
        <a:srgbClr val="000000"/>
      </a:dk1>
      <a:lt1>
        <a:srgbClr val="FFFFFF"/>
      </a:lt1>
      <a:dk2>
        <a:srgbClr val="10005D"/>
      </a:dk2>
      <a:lt2>
        <a:srgbClr val="3956A5"/>
      </a:lt2>
      <a:accent1>
        <a:srgbClr val="B41E26"/>
      </a:accent1>
      <a:accent2>
        <a:srgbClr val="FF4B41"/>
      </a:accent2>
      <a:accent3>
        <a:srgbClr val="C0C0B3"/>
      </a:accent3>
      <a:accent4>
        <a:srgbClr val="97AFD4"/>
      </a:accent4>
      <a:accent5>
        <a:srgbClr val="87C8C3"/>
      </a:accent5>
      <a:accent6>
        <a:srgbClr val="B7A2E0"/>
      </a:accent6>
      <a:hlink>
        <a:srgbClr val="EAADB8"/>
      </a:hlink>
      <a:folHlink>
        <a:srgbClr val="9BB796"/>
      </a:folHlink>
    </a:clrScheme>
    <a:fontScheme name="Brand Font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" id="{F7592A00-26F0-4CCD-B9E9-64A94CF7F35D}" vid="{925571CE-831E-4292-9DA7-BE9CD34024C0}"/>
    </a:ext>
  </a:extLst>
</a:theme>
</file>

<file path=ppt/theme/theme3.xml><?xml version="1.0" encoding="utf-8"?>
<a:theme xmlns:a="http://schemas.openxmlformats.org/drawingml/2006/main" name="1_Body Variations Master">
  <a:themeElements>
    <a:clrScheme name="Brand Palette">
      <a:dk1>
        <a:srgbClr val="000000"/>
      </a:dk1>
      <a:lt1>
        <a:srgbClr val="FFFFFF"/>
      </a:lt1>
      <a:dk2>
        <a:srgbClr val="10005D"/>
      </a:dk2>
      <a:lt2>
        <a:srgbClr val="3956A5"/>
      </a:lt2>
      <a:accent1>
        <a:srgbClr val="B41E26"/>
      </a:accent1>
      <a:accent2>
        <a:srgbClr val="FF4B41"/>
      </a:accent2>
      <a:accent3>
        <a:srgbClr val="C0C0B3"/>
      </a:accent3>
      <a:accent4>
        <a:srgbClr val="97AFD4"/>
      </a:accent4>
      <a:accent5>
        <a:srgbClr val="87C8C3"/>
      </a:accent5>
      <a:accent6>
        <a:srgbClr val="B7A2E0"/>
      </a:accent6>
      <a:hlink>
        <a:srgbClr val="EAADB8"/>
      </a:hlink>
      <a:folHlink>
        <a:srgbClr val="9BB796"/>
      </a:folHlink>
    </a:clrScheme>
    <a:fontScheme name="Brand Font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accent3"/>
          </a:solidFill>
        </a:ln>
      </a:spPr>
      <a:bodyPr rtlCol="0" anchor="t"/>
      <a:lstStyle>
        <a:defPPr algn="l">
          <a:defRPr sz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" id="{AC338438-02B9-42D2-BF4E-1084FB33CB50}" vid="{CC72085E-E9FE-4F2F-96D9-455E5FCB952A}"/>
    </a:ext>
  </a:extLst>
</a:theme>
</file>

<file path=ppt/theme/theme4.xml><?xml version="1.0" encoding="utf-8"?>
<a:theme xmlns:a="http://schemas.openxmlformats.org/drawingml/2006/main" name="Title Master">
  <a:themeElements>
    <a:clrScheme name="Brand Palette">
      <a:dk1>
        <a:srgbClr val="000000"/>
      </a:dk1>
      <a:lt1>
        <a:srgbClr val="FFFFFF"/>
      </a:lt1>
      <a:dk2>
        <a:srgbClr val="10005D"/>
      </a:dk2>
      <a:lt2>
        <a:srgbClr val="3956A5"/>
      </a:lt2>
      <a:accent1>
        <a:srgbClr val="B41E26"/>
      </a:accent1>
      <a:accent2>
        <a:srgbClr val="FF4B41"/>
      </a:accent2>
      <a:accent3>
        <a:srgbClr val="C0C0B3"/>
      </a:accent3>
      <a:accent4>
        <a:srgbClr val="97AFD4"/>
      </a:accent4>
      <a:accent5>
        <a:srgbClr val="87C8C3"/>
      </a:accent5>
      <a:accent6>
        <a:srgbClr val="B7A2E0"/>
      </a:accent6>
      <a:hlink>
        <a:srgbClr val="EAADB8"/>
      </a:hlink>
      <a:folHlink>
        <a:srgbClr val="9BB796"/>
      </a:folHlink>
    </a:clrScheme>
    <a:fontScheme name="Brand Font -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3447345-36fe-4808-a926-e288404d61a1" xsi:nil="true"/>
    <lcf76f155ced4ddcb4097134ff3c332f xmlns="ff3ef5e5-aab5-4d43-b7f1-f395b6dbf63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1F7F8BB487354C90B6815573F050D2" ma:contentTypeVersion="12" ma:contentTypeDescription="Create a new document." ma:contentTypeScope="" ma:versionID="d867a6ee563be095d666f7a265bc9eb5">
  <xsd:schema xmlns:xsd="http://www.w3.org/2001/XMLSchema" xmlns:xs="http://www.w3.org/2001/XMLSchema" xmlns:p="http://schemas.microsoft.com/office/2006/metadata/properties" xmlns:ns2="ff3ef5e5-aab5-4d43-b7f1-f395b6dbf637" xmlns:ns3="b3447345-36fe-4808-a926-e288404d61a1" targetNamespace="http://schemas.microsoft.com/office/2006/metadata/properties" ma:root="true" ma:fieldsID="13397e6ff0b33850c98662f3f979ee70" ns2:_="" ns3:_="">
    <xsd:import namespace="ff3ef5e5-aab5-4d43-b7f1-f395b6dbf637"/>
    <xsd:import namespace="b3447345-36fe-4808-a926-e288404d61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ef5e5-aab5-4d43-b7f1-f395b6dbf6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1621337-22a4-47e5-b629-d10b7fcdb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47345-36fe-4808-a926-e288404d61a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6b62d70-e1b4-4c34-832b-29a83e7ebbd9}" ma:internalName="TaxCatchAll" ma:showField="CatchAllData" ma:web="b3447345-36fe-4808-a926-e288404d61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294811-0811-4305-93C1-25D4E7A65AA9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b3447345-36fe-4808-a926-e288404d61a1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ff3ef5e5-aab5-4d43-b7f1-f395b6dbf63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14AA67D-6E72-4409-BA23-1A444D413421}">
  <ds:schemaRefs>
    <ds:schemaRef ds:uri="b3447345-36fe-4808-a926-e288404d61a1"/>
    <ds:schemaRef ds:uri="ff3ef5e5-aab5-4d43-b7f1-f395b6dbf6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6B9486E-C1EA-4EA8-856B-E114F4DFD7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723</Words>
  <Application>Microsoft Office PowerPoint</Application>
  <PresentationFormat>Widescreen</PresentationFormat>
  <Paragraphs>240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Aptos SemiBold</vt:lpstr>
      <vt:lpstr>Arial</vt:lpstr>
      <vt:lpstr>Arial Regular</vt:lpstr>
      <vt:lpstr>Calibri</vt:lpstr>
      <vt:lpstr>Segoe UI</vt:lpstr>
      <vt:lpstr>Body Variations Master</vt:lpstr>
      <vt:lpstr>7_Body Variations Master</vt:lpstr>
      <vt:lpstr>1_Body Variations Master</vt:lpstr>
      <vt:lpstr>Title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Louis Correia</dc:creator>
  <cp:lastModifiedBy>Mukul Vashist</cp:lastModifiedBy>
  <cp:revision>9</cp:revision>
  <dcterms:created xsi:type="dcterms:W3CDTF">2025-11-26T08:39:23Z</dcterms:created>
  <dcterms:modified xsi:type="dcterms:W3CDTF">2026-06-18T10:44:38Z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0x010100111F7F8BB487354C90B6815573F050D2</vt:lpwstr>
  </property>
  <property fmtid="{D5CDD505-2E9C-101B-9397-08002B2CF9AE}" pid="3" name="MediaServiceImageTags">
    <vt:lpwstr/>
  </property>
</Properties>
</file>